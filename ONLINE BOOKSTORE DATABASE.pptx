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36"/>
  </p:notesMasterIdLst>
  <p:handoutMasterIdLst>
    <p:handoutMasterId r:id="rId37"/>
  </p:handoutMasterIdLst>
  <p:sldIdLst>
    <p:sldId id="312" r:id="rId5"/>
    <p:sldId id="330" r:id="rId6"/>
    <p:sldId id="304" r:id="rId7"/>
    <p:sldId id="282" r:id="rId8"/>
    <p:sldId id="307" r:id="rId9"/>
    <p:sldId id="326" r:id="rId10"/>
    <p:sldId id="281" r:id="rId11"/>
    <p:sldId id="319" r:id="rId12"/>
    <p:sldId id="315" r:id="rId13"/>
    <p:sldId id="334" r:id="rId14"/>
    <p:sldId id="317" r:id="rId15"/>
    <p:sldId id="318" r:id="rId16"/>
    <p:sldId id="325" r:id="rId17"/>
    <p:sldId id="336" r:id="rId18"/>
    <p:sldId id="327" r:id="rId19"/>
    <p:sldId id="324" r:id="rId20"/>
    <p:sldId id="332" r:id="rId21"/>
    <p:sldId id="321" r:id="rId22"/>
    <p:sldId id="337" r:id="rId23"/>
    <p:sldId id="329" r:id="rId24"/>
    <p:sldId id="328" r:id="rId25"/>
    <p:sldId id="322" r:id="rId26"/>
    <p:sldId id="323" r:id="rId27"/>
    <p:sldId id="333" r:id="rId28"/>
    <p:sldId id="331" r:id="rId29"/>
    <p:sldId id="335" r:id="rId30"/>
    <p:sldId id="341" r:id="rId31"/>
    <p:sldId id="338" r:id="rId32"/>
    <p:sldId id="339" r:id="rId33"/>
    <p:sldId id="340" r:id="rId34"/>
    <p:sldId id="297" r:id="rId35"/>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CDCE"/>
    <a:srgbClr val="FFEFEF"/>
    <a:srgbClr val="FCFBF6"/>
    <a:srgbClr val="FDFBF6"/>
    <a:srgbClr val="202C8F"/>
    <a:srgbClr val="AAC4E9"/>
    <a:srgbClr val="DF8C8C"/>
    <a:srgbClr val="D4D593"/>
    <a:srgbClr val="E6F0FE"/>
    <a:srgbClr val="CDBE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A759B8-6483-44C7-8552-891F9B0703BB}" v="688" dt="2026-05-05T06:49:03.771"/>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89673" autoAdjust="0"/>
  </p:normalViewPr>
  <p:slideViewPr>
    <p:cSldViewPr snapToGrid="0" snapToObjects="1">
      <p:cViewPr varScale="1">
        <p:scale>
          <a:sx n="74" d="100"/>
          <a:sy n="74" d="100"/>
        </p:scale>
        <p:origin x="792" y="6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mya Kancharla" userId="a74bb8cc917f690b" providerId="LiveId" clId="{14A15777-3D9A-4E5B-AC30-7EC587303D65}"/>
    <pc:docChg chg="undo custSel addSld delSld modSld sldOrd">
      <pc:chgData name="Ramya Kancharla" userId="a74bb8cc917f690b" providerId="LiveId" clId="{14A15777-3D9A-4E5B-AC30-7EC587303D65}" dt="2026-05-05T06:49:03.769" v="3605" actId="113"/>
      <pc:docMkLst>
        <pc:docMk/>
      </pc:docMkLst>
      <pc:sldChg chg="delSp modSp mod ord modAnim">
        <pc:chgData name="Ramya Kancharla" userId="a74bb8cc917f690b" providerId="LiveId" clId="{14A15777-3D9A-4E5B-AC30-7EC587303D65}" dt="2026-04-12T06:40:47.873" v="1359" actId="27636"/>
        <pc:sldMkLst>
          <pc:docMk/>
          <pc:sldMk cId="2952923800" sldId="281"/>
        </pc:sldMkLst>
        <pc:spChg chg="mod">
          <ac:chgData name="Ramya Kancharla" userId="a74bb8cc917f690b" providerId="LiveId" clId="{14A15777-3D9A-4E5B-AC30-7EC587303D65}" dt="2026-04-12T06:40:47.873" v="1359" actId="27636"/>
          <ac:spMkLst>
            <pc:docMk/>
            <pc:sldMk cId="2952923800" sldId="281"/>
            <ac:spMk id="3" creationId="{A2E339BF-E6D7-DD0E-AF02-6813852EE723}"/>
          </ac:spMkLst>
        </pc:spChg>
      </pc:sldChg>
      <pc:sldChg chg="addSp delSp modSp mod modTransition modAnim">
        <pc:chgData name="Ramya Kancharla" userId="a74bb8cc917f690b" providerId="LiveId" clId="{14A15777-3D9A-4E5B-AC30-7EC587303D65}" dt="2026-04-12T18:05:24.138" v="3505"/>
        <pc:sldMkLst>
          <pc:docMk/>
          <pc:sldMk cId="685681062" sldId="282"/>
        </pc:sldMkLst>
        <pc:spChg chg="mod">
          <ac:chgData name="Ramya Kancharla" userId="a74bb8cc917f690b" providerId="LiveId" clId="{14A15777-3D9A-4E5B-AC30-7EC587303D65}" dt="2026-04-11T17:09:22.119" v="593" actId="14100"/>
          <ac:spMkLst>
            <pc:docMk/>
            <pc:sldMk cId="685681062" sldId="282"/>
            <ac:spMk id="2" creationId="{FD5E8954-9BCB-7FD9-A210-38DC54382D45}"/>
          </ac:spMkLst>
        </pc:spChg>
        <pc:spChg chg="mod">
          <ac:chgData name="Ramya Kancharla" userId="a74bb8cc917f690b" providerId="LiveId" clId="{14A15777-3D9A-4E5B-AC30-7EC587303D65}" dt="2026-04-12T06:38:44.278" v="1348" actId="2711"/>
          <ac:spMkLst>
            <pc:docMk/>
            <pc:sldMk cId="685681062" sldId="282"/>
            <ac:spMk id="3" creationId="{75111C33-898C-4414-4665-5136EB6FC126}"/>
          </ac:spMkLst>
        </pc:spChg>
        <pc:spChg chg="add mod">
          <ac:chgData name="Ramya Kancharla" userId="a74bb8cc917f690b" providerId="LiveId" clId="{14A15777-3D9A-4E5B-AC30-7EC587303D65}" dt="2026-04-11T17:13:08.838" v="624" actId="20577"/>
          <ac:spMkLst>
            <pc:docMk/>
            <pc:sldMk cId="685681062" sldId="282"/>
            <ac:spMk id="5" creationId="{3F1D3E3B-E857-D613-8F44-9D5D27C3A0E0}"/>
          </ac:spMkLst>
        </pc:spChg>
        <pc:spChg chg="add mod">
          <ac:chgData name="Ramya Kancharla" userId="a74bb8cc917f690b" providerId="LiveId" clId="{14A15777-3D9A-4E5B-AC30-7EC587303D65}" dt="2026-04-12T06:38:51.818" v="1349" actId="2711"/>
          <ac:spMkLst>
            <pc:docMk/>
            <pc:sldMk cId="685681062" sldId="282"/>
            <ac:spMk id="8" creationId="{DC55FB55-CB16-C4B6-2BD9-284FD03453C5}"/>
          </ac:spMkLst>
        </pc:spChg>
      </pc:sldChg>
      <pc:sldChg chg="modSp modTransition">
        <pc:chgData name="Ramya Kancharla" userId="a74bb8cc917f690b" providerId="LiveId" clId="{14A15777-3D9A-4E5B-AC30-7EC587303D65}" dt="2026-04-12T18:05:15.564" v="3503"/>
        <pc:sldMkLst>
          <pc:docMk/>
          <pc:sldMk cId="3913219759" sldId="304"/>
        </pc:sldMkLst>
        <pc:spChg chg="mod">
          <ac:chgData name="Ramya Kancharla" userId="a74bb8cc917f690b" providerId="LiveId" clId="{14A15777-3D9A-4E5B-AC30-7EC587303D65}" dt="2026-04-12T06:38:34.455" v="1347" actId="2711"/>
          <ac:spMkLst>
            <pc:docMk/>
            <pc:sldMk cId="3913219759" sldId="304"/>
            <ac:spMk id="3" creationId="{D4D22962-3C7F-E480-5C35-7F4860A098E1}"/>
          </ac:spMkLst>
        </pc:spChg>
      </pc:sldChg>
      <pc:sldChg chg="addSp modSp mod ord modTransition modAnim">
        <pc:chgData name="Ramya Kancharla" userId="a74bb8cc917f690b" providerId="LiveId" clId="{14A15777-3D9A-4E5B-AC30-7EC587303D65}" dt="2026-04-12T18:05:42.605" v="3508"/>
        <pc:sldMkLst>
          <pc:docMk/>
          <pc:sldMk cId="2906491918" sldId="307"/>
        </pc:sldMkLst>
        <pc:spChg chg="add mod">
          <ac:chgData name="Ramya Kancharla" userId="a74bb8cc917f690b" providerId="LiveId" clId="{14A15777-3D9A-4E5B-AC30-7EC587303D65}" dt="2026-04-12T06:39:20.197" v="1350" actId="2711"/>
          <ac:spMkLst>
            <pc:docMk/>
            <pc:sldMk cId="2906491918" sldId="307"/>
            <ac:spMk id="2" creationId="{7337D6B8-B56B-C5C8-E31E-BA319EB40029}"/>
          </ac:spMkLst>
        </pc:spChg>
        <pc:spChg chg="add mod">
          <ac:chgData name="Ramya Kancharla" userId="a74bb8cc917f690b" providerId="LiveId" clId="{14A15777-3D9A-4E5B-AC30-7EC587303D65}" dt="2026-04-12T06:39:33.895" v="1351" actId="2711"/>
          <ac:spMkLst>
            <pc:docMk/>
            <pc:sldMk cId="2906491918" sldId="307"/>
            <ac:spMk id="3" creationId="{B09B4946-BDE4-4FC3-0AD3-013489576BD2}"/>
          </ac:spMkLst>
        </pc:spChg>
        <pc:spChg chg="add mod">
          <ac:chgData name="Ramya Kancharla" userId="a74bb8cc917f690b" providerId="LiveId" clId="{14A15777-3D9A-4E5B-AC30-7EC587303D65}" dt="2026-04-12T06:39:44.101" v="1352" actId="2711"/>
          <ac:spMkLst>
            <pc:docMk/>
            <pc:sldMk cId="2906491918" sldId="307"/>
            <ac:spMk id="4" creationId="{B10D7FF4-FEFE-3AF5-A9DF-01D9BA592C2D}"/>
          </ac:spMkLst>
        </pc:spChg>
        <pc:spChg chg="add mod">
          <ac:chgData name="Ramya Kancharla" userId="a74bb8cc917f690b" providerId="LiveId" clId="{14A15777-3D9A-4E5B-AC30-7EC587303D65}" dt="2026-04-12T06:40:00.143" v="1354" actId="2711"/>
          <ac:spMkLst>
            <pc:docMk/>
            <pc:sldMk cId="2906491918" sldId="307"/>
            <ac:spMk id="5" creationId="{804A70BC-35CB-4F32-8D3B-9248FF433EF4}"/>
          </ac:spMkLst>
        </pc:spChg>
        <pc:spChg chg="add mod">
          <ac:chgData name="Ramya Kancharla" userId="a74bb8cc917f690b" providerId="LiveId" clId="{14A15777-3D9A-4E5B-AC30-7EC587303D65}" dt="2026-04-12T06:39:51.799" v="1353" actId="2711"/>
          <ac:spMkLst>
            <pc:docMk/>
            <pc:sldMk cId="2906491918" sldId="307"/>
            <ac:spMk id="6" creationId="{7F8BB56A-8D92-9D3D-CA14-C21C0D90DF06}"/>
          </ac:spMkLst>
        </pc:spChg>
        <pc:spChg chg="add mod">
          <ac:chgData name="Ramya Kancharla" userId="a74bb8cc917f690b" providerId="LiveId" clId="{14A15777-3D9A-4E5B-AC30-7EC587303D65}" dt="2026-04-12T06:18:08.660" v="1254" actId="20577"/>
          <ac:spMkLst>
            <pc:docMk/>
            <pc:sldMk cId="2906491918" sldId="307"/>
            <ac:spMk id="7" creationId="{C84772C0-71D8-7357-3308-9717EBB0A10D}"/>
          </ac:spMkLst>
        </pc:spChg>
        <pc:spChg chg="mod">
          <ac:chgData name="Ramya Kancharla" userId="a74bb8cc917f690b" providerId="LiveId" clId="{14A15777-3D9A-4E5B-AC30-7EC587303D65}" dt="2026-04-12T06:17:37.751" v="1210" actId="14100"/>
          <ac:spMkLst>
            <pc:docMk/>
            <pc:sldMk cId="2906491918" sldId="307"/>
            <ac:spMk id="10" creationId="{D54EDA75-0988-2AC2-87F8-8DEC83A7B9CA}"/>
          </ac:spMkLst>
        </pc:spChg>
      </pc:sldChg>
      <pc:sldChg chg="modSp mod modTransition modAnim">
        <pc:chgData name="Ramya Kancharla" userId="a74bb8cc917f690b" providerId="LiveId" clId="{14A15777-3D9A-4E5B-AC30-7EC587303D65}" dt="2026-04-13T02:52:38.514" v="3537" actId="20577"/>
        <pc:sldMkLst>
          <pc:docMk/>
          <pc:sldMk cId="2202437675" sldId="312"/>
        </pc:sldMkLst>
        <pc:spChg chg="mod">
          <ac:chgData name="Ramya Kancharla" userId="a74bb8cc917f690b" providerId="LiveId" clId="{14A15777-3D9A-4E5B-AC30-7EC587303D65}" dt="2026-04-13T02:52:38.514" v="3537" actId="20577"/>
          <ac:spMkLst>
            <pc:docMk/>
            <pc:sldMk cId="2202437675" sldId="312"/>
            <ac:spMk id="2" creationId="{4207FF65-A536-F639-8591-ED024C223308}"/>
          </ac:spMkLst>
        </pc:spChg>
      </pc:sldChg>
      <pc:sldChg chg="addSp delSp modSp mod ord modAnim">
        <pc:chgData name="Ramya Kancharla" userId="a74bb8cc917f690b" providerId="LiveId" clId="{14A15777-3D9A-4E5B-AC30-7EC587303D65}" dt="2026-04-12T10:39:29.275" v="2407" actId="404"/>
        <pc:sldMkLst>
          <pc:docMk/>
          <pc:sldMk cId="2468595790" sldId="315"/>
        </pc:sldMkLst>
        <pc:spChg chg="mod">
          <ac:chgData name="Ramya Kancharla" userId="a74bb8cc917f690b" providerId="LiveId" clId="{14A15777-3D9A-4E5B-AC30-7EC587303D65}" dt="2026-04-11T18:07:39.674" v="1077" actId="14100"/>
          <ac:spMkLst>
            <pc:docMk/>
            <pc:sldMk cId="2468595790" sldId="315"/>
            <ac:spMk id="2" creationId="{B28A34A6-22BC-27A4-2C79-EE98A4943B14}"/>
          </ac:spMkLst>
        </pc:spChg>
        <pc:spChg chg="add mod">
          <ac:chgData name="Ramya Kancharla" userId="a74bb8cc917f690b" providerId="LiveId" clId="{14A15777-3D9A-4E5B-AC30-7EC587303D65}" dt="2026-04-11T18:07:48.948" v="1078" actId="20577"/>
          <ac:spMkLst>
            <pc:docMk/>
            <pc:sldMk cId="2468595790" sldId="315"/>
            <ac:spMk id="4" creationId="{69F63BC2-B800-ECB0-C6B6-54039DA4DF24}"/>
          </ac:spMkLst>
        </pc:spChg>
        <pc:spChg chg="add mod">
          <ac:chgData name="Ramya Kancharla" userId="a74bb8cc917f690b" providerId="LiveId" clId="{14A15777-3D9A-4E5B-AC30-7EC587303D65}" dt="2026-04-12T07:05:15.368" v="1420" actId="2711"/>
          <ac:spMkLst>
            <pc:docMk/>
            <pc:sldMk cId="2468595790" sldId="315"/>
            <ac:spMk id="6" creationId="{6F48F01A-72A8-0739-7586-2621398EC5AB}"/>
          </ac:spMkLst>
        </pc:spChg>
        <pc:spChg chg="add mod">
          <ac:chgData name="Ramya Kancharla" userId="a74bb8cc917f690b" providerId="LiveId" clId="{14A15777-3D9A-4E5B-AC30-7EC587303D65}" dt="2026-04-12T07:04:40.947" v="1416" actId="2711"/>
          <ac:spMkLst>
            <pc:docMk/>
            <pc:sldMk cId="2468595790" sldId="315"/>
            <ac:spMk id="7" creationId="{4EC38B99-3498-F7CC-BE18-083E1E28DD1F}"/>
          </ac:spMkLst>
        </pc:spChg>
        <pc:spChg chg="mod">
          <ac:chgData name="Ramya Kancharla" userId="a74bb8cc917f690b" providerId="LiveId" clId="{14A15777-3D9A-4E5B-AC30-7EC587303D65}" dt="2026-04-12T10:39:29.275" v="2407" actId="404"/>
          <ac:spMkLst>
            <pc:docMk/>
            <pc:sldMk cId="2468595790" sldId="315"/>
            <ac:spMk id="16" creationId="{AEF9954A-E263-8A7E-58B1-4D03F7D1BD9B}"/>
          </ac:spMkLst>
        </pc:spChg>
        <pc:spChg chg="mod">
          <ac:chgData name="Ramya Kancharla" userId="a74bb8cc917f690b" providerId="LiveId" clId="{14A15777-3D9A-4E5B-AC30-7EC587303D65}" dt="2026-04-12T07:06:00.602" v="1433" actId="27636"/>
          <ac:spMkLst>
            <pc:docMk/>
            <pc:sldMk cId="2468595790" sldId="315"/>
            <ac:spMk id="17" creationId="{33680A80-5C61-DD02-1119-0565C0AD5372}"/>
          </ac:spMkLst>
        </pc:spChg>
      </pc:sldChg>
      <pc:sldChg chg="addSp delSp modSp mod modAnim">
        <pc:chgData name="Ramya Kancharla" userId="a74bb8cc917f690b" providerId="LiveId" clId="{14A15777-3D9A-4E5B-AC30-7EC587303D65}" dt="2026-05-05T06:49:03.769" v="3605" actId="113"/>
        <pc:sldMkLst>
          <pc:docMk/>
          <pc:sldMk cId="1941619646" sldId="317"/>
        </pc:sldMkLst>
        <pc:spChg chg="add mod">
          <ac:chgData name="Ramya Kancharla" userId="a74bb8cc917f690b" providerId="LiveId" clId="{14A15777-3D9A-4E5B-AC30-7EC587303D65}" dt="2026-04-12T07:17:40.238" v="1597" actId="115"/>
          <ac:spMkLst>
            <pc:docMk/>
            <pc:sldMk cId="1941619646" sldId="317"/>
            <ac:spMk id="11" creationId="{76BFC6B8-40A0-4C99-57C3-457A3CDB465A}"/>
          </ac:spMkLst>
        </pc:spChg>
        <pc:spChg chg="add mod">
          <ac:chgData name="Ramya Kancharla" userId="a74bb8cc917f690b" providerId="LiveId" clId="{14A15777-3D9A-4E5B-AC30-7EC587303D65}" dt="2026-04-12T07:17:51.262" v="1608" actId="20577"/>
          <ac:spMkLst>
            <pc:docMk/>
            <pc:sldMk cId="1941619646" sldId="317"/>
            <ac:spMk id="15" creationId="{86072502-6A2F-9FCA-A25E-A7CEF8A1AC50}"/>
          </ac:spMkLst>
        </pc:spChg>
        <pc:spChg chg="add mod">
          <ac:chgData name="Ramya Kancharla" userId="a74bb8cc917f690b" providerId="LiveId" clId="{14A15777-3D9A-4E5B-AC30-7EC587303D65}" dt="2026-04-12T07:17:45.057" v="1603" actId="20577"/>
          <ac:spMkLst>
            <pc:docMk/>
            <pc:sldMk cId="1941619646" sldId="317"/>
            <ac:spMk id="17" creationId="{AA8C2DE6-690B-6F48-F853-D1C1B074DD59}"/>
          </ac:spMkLst>
        </pc:spChg>
        <pc:spChg chg="add mod">
          <ac:chgData name="Ramya Kancharla" userId="a74bb8cc917f690b" providerId="LiveId" clId="{14A15777-3D9A-4E5B-AC30-7EC587303D65}" dt="2026-05-05T06:49:03.769" v="3605" actId="113"/>
          <ac:spMkLst>
            <pc:docMk/>
            <pc:sldMk cId="1941619646" sldId="317"/>
            <ac:spMk id="19" creationId="{C76243F5-C2CC-536E-687E-8820DD99F684}"/>
          </ac:spMkLst>
        </pc:spChg>
        <pc:spChg chg="add mod">
          <ac:chgData name="Ramya Kancharla" userId="a74bb8cc917f690b" providerId="LiveId" clId="{14A15777-3D9A-4E5B-AC30-7EC587303D65}" dt="2026-04-12T07:18:50.485" v="1642" actId="404"/>
          <ac:spMkLst>
            <pc:docMk/>
            <pc:sldMk cId="1941619646" sldId="317"/>
            <ac:spMk id="22" creationId="{B714A3DC-D3FF-A60A-AC8C-B32230F2E1EA}"/>
          </ac:spMkLst>
        </pc:spChg>
      </pc:sldChg>
      <pc:sldChg chg="addSp delSp modSp mod ord">
        <pc:chgData name="Ramya Kancharla" userId="a74bb8cc917f690b" providerId="LiveId" clId="{14A15777-3D9A-4E5B-AC30-7EC587303D65}" dt="2026-04-12T07:22:25.202" v="1688" actId="20577"/>
        <pc:sldMkLst>
          <pc:docMk/>
          <pc:sldMk cId="4072101725" sldId="318"/>
        </pc:sldMkLst>
        <pc:spChg chg="add mod">
          <ac:chgData name="Ramya Kancharla" userId="a74bb8cc917f690b" providerId="LiveId" clId="{14A15777-3D9A-4E5B-AC30-7EC587303D65}" dt="2026-04-12T07:22:25.202" v="1688" actId="20577"/>
          <ac:spMkLst>
            <pc:docMk/>
            <pc:sldMk cId="4072101725" sldId="318"/>
            <ac:spMk id="9" creationId="{7EEB10B2-6339-A954-79F0-3E39E700A4D8}"/>
          </ac:spMkLst>
        </pc:spChg>
      </pc:sldChg>
      <pc:sldChg chg="addSp delSp modSp mod ord modAnim">
        <pc:chgData name="Ramya Kancharla" userId="a74bb8cc917f690b" providerId="LiveId" clId="{14A15777-3D9A-4E5B-AC30-7EC587303D65}" dt="2026-04-11T18:06:26.576" v="1033"/>
        <pc:sldMkLst>
          <pc:docMk/>
          <pc:sldMk cId="3969996159" sldId="319"/>
        </pc:sldMkLst>
        <pc:spChg chg="mod">
          <ac:chgData name="Ramya Kancharla" userId="a74bb8cc917f690b" providerId="LiveId" clId="{14A15777-3D9A-4E5B-AC30-7EC587303D65}" dt="2026-04-11T17:57:33.306" v="972" actId="1076"/>
          <ac:spMkLst>
            <pc:docMk/>
            <pc:sldMk cId="3969996159" sldId="319"/>
            <ac:spMk id="7" creationId="{8D1864AC-542C-6233-7E76-8E26542AC4DA}"/>
          </ac:spMkLst>
        </pc:spChg>
        <pc:picChg chg="add mod ord">
          <ac:chgData name="Ramya Kancharla" userId="a74bb8cc917f690b" providerId="LiveId" clId="{14A15777-3D9A-4E5B-AC30-7EC587303D65}" dt="2026-04-11T18:01:45.304" v="991" actId="1076"/>
          <ac:picMkLst>
            <pc:docMk/>
            <pc:sldMk cId="3969996159" sldId="319"/>
            <ac:picMk id="3" creationId="{2679E432-7B4A-BD6E-2881-309CF7AD7898}"/>
          </ac:picMkLst>
        </pc:picChg>
        <pc:picChg chg="add mod">
          <ac:chgData name="Ramya Kancharla" userId="a74bb8cc917f690b" providerId="LiveId" clId="{14A15777-3D9A-4E5B-AC30-7EC587303D65}" dt="2026-04-11T18:02:50.556" v="1004" actId="1076"/>
          <ac:picMkLst>
            <pc:docMk/>
            <pc:sldMk cId="3969996159" sldId="319"/>
            <ac:picMk id="5" creationId="{43166074-1044-4B17-FFCF-E887EC7458DC}"/>
          </ac:picMkLst>
        </pc:picChg>
        <pc:picChg chg="add mod">
          <ac:chgData name="Ramya Kancharla" userId="a74bb8cc917f690b" providerId="LiveId" clId="{14A15777-3D9A-4E5B-AC30-7EC587303D65}" dt="2026-04-11T18:05:26.752" v="1017" actId="1076"/>
          <ac:picMkLst>
            <pc:docMk/>
            <pc:sldMk cId="3969996159" sldId="319"/>
            <ac:picMk id="8" creationId="{300F9A0C-9ADF-B325-717D-885A8BCD4B1D}"/>
          </ac:picMkLst>
        </pc:picChg>
        <pc:picChg chg="add mod">
          <ac:chgData name="Ramya Kancharla" userId="a74bb8cc917f690b" providerId="LiveId" clId="{14A15777-3D9A-4E5B-AC30-7EC587303D65}" dt="2026-04-11T18:04:24.616" v="1013" actId="1076"/>
          <ac:picMkLst>
            <pc:docMk/>
            <pc:sldMk cId="3969996159" sldId="319"/>
            <ac:picMk id="11" creationId="{F70E454F-3B1F-D7F1-B70A-CF77432AC256}"/>
          </ac:picMkLst>
        </pc:picChg>
        <pc:picChg chg="add mod">
          <ac:chgData name="Ramya Kancharla" userId="a74bb8cc917f690b" providerId="LiveId" clId="{14A15777-3D9A-4E5B-AC30-7EC587303D65}" dt="2026-04-11T18:02:46.540" v="1003" actId="14100"/>
          <ac:picMkLst>
            <pc:docMk/>
            <pc:sldMk cId="3969996159" sldId="319"/>
            <ac:picMk id="14" creationId="{98715DF2-D2FD-256D-84AB-F701AA325E35}"/>
          </ac:picMkLst>
        </pc:picChg>
        <pc:picChg chg="add mod">
          <ac:chgData name="Ramya Kancharla" userId="a74bb8cc917f690b" providerId="LiveId" clId="{14A15777-3D9A-4E5B-AC30-7EC587303D65}" dt="2026-04-11T18:03:32.500" v="1009" actId="14100"/>
          <ac:picMkLst>
            <pc:docMk/>
            <pc:sldMk cId="3969996159" sldId="319"/>
            <ac:picMk id="16" creationId="{EDED57B4-36BA-ABC0-0752-DEDCE90D8693}"/>
          </ac:picMkLst>
        </pc:picChg>
        <pc:picChg chg="add mod">
          <ac:chgData name="Ramya Kancharla" userId="a74bb8cc917f690b" providerId="LiveId" clId="{14A15777-3D9A-4E5B-AC30-7EC587303D65}" dt="2026-04-11T18:04:15.198" v="1012" actId="1076"/>
          <ac:picMkLst>
            <pc:docMk/>
            <pc:sldMk cId="3969996159" sldId="319"/>
            <ac:picMk id="18" creationId="{3281E5E0-5519-7AF3-2D50-D40290D53618}"/>
          </ac:picMkLst>
        </pc:picChg>
        <pc:picChg chg="add mod">
          <ac:chgData name="Ramya Kancharla" userId="a74bb8cc917f690b" providerId="LiveId" clId="{14A15777-3D9A-4E5B-AC30-7EC587303D65}" dt="2026-04-11T18:04:52.344" v="1015" actId="1076"/>
          <ac:picMkLst>
            <pc:docMk/>
            <pc:sldMk cId="3969996159" sldId="319"/>
            <ac:picMk id="20" creationId="{B2837BDF-1EAA-A70A-AB4D-0EA9B464E710}"/>
          </ac:picMkLst>
        </pc:picChg>
        <pc:picChg chg="add mod">
          <ac:chgData name="Ramya Kancharla" userId="a74bb8cc917f690b" providerId="LiveId" clId="{14A15777-3D9A-4E5B-AC30-7EC587303D65}" dt="2026-04-11T18:05:38.295" v="1020" actId="1076"/>
          <ac:picMkLst>
            <pc:docMk/>
            <pc:sldMk cId="3969996159" sldId="319"/>
            <ac:picMk id="22" creationId="{103B9929-DFD7-38E6-7C82-C023F684FF9D}"/>
          </ac:picMkLst>
        </pc:picChg>
      </pc:sldChg>
      <pc:sldChg chg="addSp delSp modSp mod ord modAnim">
        <pc:chgData name="Ramya Kancharla" userId="a74bb8cc917f690b" providerId="LiveId" clId="{14A15777-3D9A-4E5B-AC30-7EC587303D65}" dt="2026-04-12T10:41:15.184" v="2412"/>
        <pc:sldMkLst>
          <pc:docMk/>
          <pc:sldMk cId="2498021601" sldId="321"/>
        </pc:sldMkLst>
        <pc:spChg chg="mod">
          <ac:chgData name="Ramya Kancharla" userId="a74bb8cc917f690b" providerId="LiveId" clId="{14A15777-3D9A-4E5B-AC30-7EC587303D65}" dt="2026-04-12T10:28:49.992" v="2338" actId="1076"/>
          <ac:spMkLst>
            <pc:docMk/>
            <pc:sldMk cId="2498021601" sldId="321"/>
            <ac:spMk id="3" creationId="{38D62608-F5E4-7EC0-5EF0-4F988DDDEC5B}"/>
          </ac:spMkLst>
        </pc:spChg>
        <pc:spChg chg="add mod">
          <ac:chgData name="Ramya Kancharla" userId="a74bb8cc917f690b" providerId="LiveId" clId="{14A15777-3D9A-4E5B-AC30-7EC587303D65}" dt="2026-04-12T10:31:48.714" v="2362" actId="1076"/>
          <ac:spMkLst>
            <pc:docMk/>
            <pc:sldMk cId="2498021601" sldId="321"/>
            <ac:spMk id="4" creationId="{1E98E371-16B9-E901-FBBC-A8AB984F1F02}"/>
          </ac:spMkLst>
        </pc:spChg>
        <pc:spChg chg="add mod">
          <ac:chgData name="Ramya Kancharla" userId="a74bb8cc917f690b" providerId="LiveId" clId="{14A15777-3D9A-4E5B-AC30-7EC587303D65}" dt="2026-04-12T10:31:38.662" v="2361" actId="14100"/>
          <ac:spMkLst>
            <pc:docMk/>
            <pc:sldMk cId="2498021601" sldId="321"/>
            <ac:spMk id="6" creationId="{ABC1A2AE-A8C1-4F34-56AA-30A2FFAA1F61}"/>
          </ac:spMkLst>
        </pc:spChg>
      </pc:sldChg>
      <pc:sldChg chg="addSp delSp modSp mod modAnim">
        <pc:chgData name="Ramya Kancharla" userId="a74bb8cc917f690b" providerId="LiveId" clId="{14A15777-3D9A-4E5B-AC30-7EC587303D65}" dt="2026-04-11T16:45:58.664" v="564"/>
        <pc:sldMkLst>
          <pc:docMk/>
          <pc:sldMk cId="1686213229" sldId="322"/>
        </pc:sldMkLst>
        <pc:spChg chg="mod">
          <ac:chgData name="Ramya Kancharla" userId="a74bb8cc917f690b" providerId="LiveId" clId="{14A15777-3D9A-4E5B-AC30-7EC587303D65}" dt="2026-04-11T16:36:04.865" v="378" actId="14100"/>
          <ac:spMkLst>
            <pc:docMk/>
            <pc:sldMk cId="1686213229" sldId="322"/>
            <ac:spMk id="2" creationId="{4730A324-0737-F0DA-1F7D-10CBE06D7C3F}"/>
          </ac:spMkLst>
        </pc:spChg>
        <pc:spChg chg="add mod">
          <ac:chgData name="Ramya Kancharla" userId="a74bb8cc917f690b" providerId="LiveId" clId="{14A15777-3D9A-4E5B-AC30-7EC587303D65}" dt="2026-04-11T16:36:41.568" v="395" actId="1076"/>
          <ac:spMkLst>
            <pc:docMk/>
            <pc:sldMk cId="1686213229" sldId="322"/>
            <ac:spMk id="4" creationId="{79AE3CA3-C92C-D58E-1129-7D81ED697061}"/>
          </ac:spMkLst>
        </pc:spChg>
        <pc:spChg chg="add mod">
          <ac:chgData name="Ramya Kancharla" userId="a74bb8cc917f690b" providerId="LiveId" clId="{14A15777-3D9A-4E5B-AC30-7EC587303D65}" dt="2026-04-11T16:45:29.872" v="560" actId="207"/>
          <ac:spMkLst>
            <pc:docMk/>
            <pc:sldMk cId="1686213229" sldId="322"/>
            <ac:spMk id="7" creationId="{033ECDE1-835B-AC76-E95C-76167361EF27}"/>
          </ac:spMkLst>
        </pc:spChg>
      </pc:sldChg>
      <pc:sldChg chg="addSp delSp modSp mod modTransition modAnim">
        <pc:chgData name="Ramya Kancharla" userId="a74bb8cc917f690b" providerId="LiveId" clId="{14A15777-3D9A-4E5B-AC30-7EC587303D65}" dt="2026-04-12T18:06:10.828" v="3514"/>
        <pc:sldMkLst>
          <pc:docMk/>
          <pc:sldMk cId="220592390" sldId="323"/>
        </pc:sldMkLst>
        <pc:spChg chg="mod">
          <ac:chgData name="Ramya Kancharla" userId="a74bb8cc917f690b" providerId="LiveId" clId="{14A15777-3D9A-4E5B-AC30-7EC587303D65}" dt="2026-04-12T14:07:09.016" v="2552" actId="1076"/>
          <ac:spMkLst>
            <pc:docMk/>
            <pc:sldMk cId="220592390" sldId="323"/>
            <ac:spMk id="2" creationId="{F6E7EC70-2D63-F735-CC7A-2590A1692801}"/>
          </ac:spMkLst>
        </pc:spChg>
        <pc:spChg chg="add mod">
          <ac:chgData name="Ramya Kancharla" userId="a74bb8cc917f690b" providerId="LiveId" clId="{14A15777-3D9A-4E5B-AC30-7EC587303D65}" dt="2026-04-12T14:10:23.747" v="2588" actId="20577"/>
          <ac:spMkLst>
            <pc:docMk/>
            <pc:sldMk cId="220592390" sldId="323"/>
            <ac:spMk id="10" creationId="{D2CD0AF1-8851-C43F-92A6-DE927C2F96B6}"/>
          </ac:spMkLst>
        </pc:spChg>
        <pc:spChg chg="add mod">
          <ac:chgData name="Ramya Kancharla" userId="a74bb8cc917f690b" providerId="LiveId" clId="{14A15777-3D9A-4E5B-AC30-7EC587303D65}" dt="2026-04-12T14:10:14.475" v="2587" actId="1076"/>
          <ac:spMkLst>
            <pc:docMk/>
            <pc:sldMk cId="220592390" sldId="323"/>
            <ac:spMk id="12" creationId="{01528097-BB7E-3F20-A01C-065A8C7F7C37}"/>
          </ac:spMkLst>
        </pc:spChg>
        <pc:spChg chg="add mod">
          <ac:chgData name="Ramya Kancharla" userId="a74bb8cc917f690b" providerId="LiveId" clId="{14A15777-3D9A-4E5B-AC30-7EC587303D65}" dt="2026-04-12T14:13:01.667" v="2613" actId="13926"/>
          <ac:spMkLst>
            <pc:docMk/>
            <pc:sldMk cId="220592390" sldId="323"/>
            <ac:spMk id="14" creationId="{16704D0D-EBFD-46C4-D300-E679EB5D4118}"/>
          </ac:spMkLst>
        </pc:spChg>
        <pc:graphicFrameChg chg="add mod modGraphic">
          <ac:chgData name="Ramya Kancharla" userId="a74bb8cc917f690b" providerId="LiveId" clId="{14A15777-3D9A-4E5B-AC30-7EC587303D65}" dt="2026-04-12T14:10:00.672" v="2585" actId="1076"/>
          <ac:graphicFrameMkLst>
            <pc:docMk/>
            <pc:sldMk cId="220592390" sldId="323"/>
            <ac:graphicFrameMk id="11" creationId="{FEF630DF-072B-D229-932F-BF02CFE72B4A}"/>
          </ac:graphicFrameMkLst>
        </pc:graphicFrameChg>
      </pc:sldChg>
      <pc:sldChg chg="addSp delSp modSp mod ord modAnim">
        <pc:chgData name="Ramya Kancharla" userId="a74bb8cc917f690b" providerId="LiveId" clId="{14A15777-3D9A-4E5B-AC30-7EC587303D65}" dt="2026-04-12T10:40:40.769" v="2410"/>
        <pc:sldMkLst>
          <pc:docMk/>
          <pc:sldMk cId="2549995615" sldId="324"/>
        </pc:sldMkLst>
        <pc:spChg chg="mod">
          <ac:chgData name="Ramya Kancharla" userId="a74bb8cc917f690b" providerId="LiveId" clId="{14A15777-3D9A-4E5B-AC30-7EC587303D65}" dt="2026-04-12T07:47:06.161" v="1976" actId="14100"/>
          <ac:spMkLst>
            <pc:docMk/>
            <pc:sldMk cId="2549995615" sldId="324"/>
            <ac:spMk id="2" creationId="{F27DCE37-2BC7-2D32-EB3A-29AB8A14FD61}"/>
          </ac:spMkLst>
        </pc:spChg>
        <pc:spChg chg="add mod">
          <ac:chgData name="Ramya Kancharla" userId="a74bb8cc917f690b" providerId="LiveId" clId="{14A15777-3D9A-4E5B-AC30-7EC587303D65}" dt="2026-04-12T10:07:06.345" v="2122" actId="13926"/>
          <ac:spMkLst>
            <pc:docMk/>
            <pc:sldMk cId="2549995615" sldId="324"/>
            <ac:spMk id="6" creationId="{04C82CF3-EF4F-0803-03B9-D0B64F6DA45E}"/>
          </ac:spMkLst>
        </pc:spChg>
        <pc:spChg chg="add mod">
          <ac:chgData name="Ramya Kancharla" userId="a74bb8cc917f690b" providerId="LiveId" clId="{14A15777-3D9A-4E5B-AC30-7EC587303D65}" dt="2026-04-12T10:06:54.806" v="2121" actId="13926"/>
          <ac:spMkLst>
            <pc:docMk/>
            <pc:sldMk cId="2549995615" sldId="324"/>
            <ac:spMk id="7" creationId="{78ACAD58-C175-4B89-6F3B-0E48E67C7B28}"/>
          </ac:spMkLst>
        </pc:spChg>
      </pc:sldChg>
      <pc:sldChg chg="addSp delSp modSp mod ord modAnim">
        <pc:chgData name="Ramya Kancharla" userId="a74bb8cc917f690b" providerId="LiveId" clId="{14A15777-3D9A-4E5B-AC30-7EC587303D65}" dt="2026-04-13T03:29:56.834" v="3540" actId="20577"/>
        <pc:sldMkLst>
          <pc:docMk/>
          <pc:sldMk cId="1107061148" sldId="325"/>
        </pc:sldMkLst>
        <pc:spChg chg="mod">
          <ac:chgData name="Ramya Kancharla" userId="a74bb8cc917f690b" providerId="LiveId" clId="{14A15777-3D9A-4E5B-AC30-7EC587303D65}" dt="2026-04-12T07:23:00.526" v="1690" actId="1076"/>
          <ac:spMkLst>
            <pc:docMk/>
            <pc:sldMk cId="1107061148" sldId="325"/>
            <ac:spMk id="2" creationId="{0E64C352-BB4C-2711-33CB-F8C0749814F2}"/>
          </ac:spMkLst>
        </pc:spChg>
        <pc:spChg chg="add mod">
          <ac:chgData name="Ramya Kancharla" userId="a74bb8cc917f690b" providerId="LiveId" clId="{14A15777-3D9A-4E5B-AC30-7EC587303D65}" dt="2026-04-13T03:29:56.834" v="3540" actId="20577"/>
          <ac:spMkLst>
            <pc:docMk/>
            <pc:sldMk cId="1107061148" sldId="325"/>
            <ac:spMk id="10" creationId="{6BA0B024-6899-D0BD-8F94-727505998604}"/>
          </ac:spMkLst>
        </pc:spChg>
        <pc:spChg chg="add mod">
          <ac:chgData name="Ramya Kancharla" userId="a74bb8cc917f690b" providerId="LiveId" clId="{14A15777-3D9A-4E5B-AC30-7EC587303D65}" dt="2026-04-12T17:08:28.441" v="3492" actId="1076"/>
          <ac:spMkLst>
            <pc:docMk/>
            <pc:sldMk cId="1107061148" sldId="325"/>
            <ac:spMk id="11" creationId="{69474FCB-7EC5-73F4-E99A-1938AC2C4611}"/>
          </ac:spMkLst>
        </pc:spChg>
      </pc:sldChg>
      <pc:sldChg chg="modSp mod modAnim">
        <pc:chgData name="Ramya Kancharla" userId="a74bb8cc917f690b" providerId="LiveId" clId="{14A15777-3D9A-4E5B-AC30-7EC587303D65}" dt="2026-04-12T10:58:28.242" v="2525"/>
        <pc:sldMkLst>
          <pc:docMk/>
          <pc:sldMk cId="3808016181" sldId="326"/>
        </pc:sldMkLst>
        <pc:spChg chg="mod">
          <ac:chgData name="Ramya Kancharla" userId="a74bb8cc917f690b" providerId="LiveId" clId="{14A15777-3D9A-4E5B-AC30-7EC587303D65}" dt="2026-04-11T17:44:54.680" v="822" actId="20577"/>
          <ac:spMkLst>
            <pc:docMk/>
            <pc:sldMk cId="3808016181" sldId="326"/>
            <ac:spMk id="2" creationId="{8005E508-1F1A-B0DC-E110-33C57F40FDE2}"/>
          </ac:spMkLst>
        </pc:spChg>
        <pc:spChg chg="mod">
          <ac:chgData name="Ramya Kancharla" userId="a74bb8cc917f690b" providerId="LiveId" clId="{14A15777-3D9A-4E5B-AC30-7EC587303D65}" dt="2026-04-12T06:40:34.210" v="1357" actId="27636"/>
          <ac:spMkLst>
            <pc:docMk/>
            <pc:sldMk cId="3808016181" sldId="326"/>
            <ac:spMk id="3" creationId="{0396E19E-080E-F7D5-FD6E-AB68C5CDC532}"/>
          </ac:spMkLst>
        </pc:spChg>
      </pc:sldChg>
      <pc:sldChg chg="addSp delSp modSp mod ord modAnim">
        <pc:chgData name="Ramya Kancharla" userId="a74bb8cc917f690b" providerId="LiveId" clId="{14A15777-3D9A-4E5B-AC30-7EC587303D65}" dt="2026-04-12T09:57:37.956" v="1981" actId="20577"/>
        <pc:sldMkLst>
          <pc:docMk/>
          <pc:sldMk cId="2233138388" sldId="327"/>
        </pc:sldMkLst>
        <pc:spChg chg="add mod">
          <ac:chgData name="Ramya Kancharla" userId="a74bb8cc917f690b" providerId="LiveId" clId="{14A15777-3D9A-4E5B-AC30-7EC587303D65}" dt="2026-04-12T09:57:37.956" v="1981" actId="20577"/>
          <ac:spMkLst>
            <pc:docMk/>
            <pc:sldMk cId="2233138388" sldId="327"/>
            <ac:spMk id="7" creationId="{C1DB5249-DB20-C4AB-AA1F-06D36412F5F4}"/>
          </ac:spMkLst>
        </pc:spChg>
      </pc:sldChg>
      <pc:sldChg chg="addSp delSp modSp mod ord modAnim">
        <pc:chgData name="Ramya Kancharla" userId="a74bb8cc917f690b" providerId="LiveId" clId="{14A15777-3D9A-4E5B-AC30-7EC587303D65}" dt="2026-04-11T16:14:06.210" v="135"/>
        <pc:sldMkLst>
          <pc:docMk/>
          <pc:sldMk cId="2484590445" sldId="328"/>
        </pc:sldMkLst>
        <pc:spChg chg="add mod">
          <ac:chgData name="Ramya Kancharla" userId="a74bb8cc917f690b" providerId="LiveId" clId="{14A15777-3D9A-4E5B-AC30-7EC587303D65}" dt="2026-04-11T16:12:19.205" v="121" actId="1076"/>
          <ac:spMkLst>
            <pc:docMk/>
            <pc:sldMk cId="2484590445" sldId="328"/>
            <ac:spMk id="7" creationId="{A715ED2C-61FE-9263-3A31-3CD8155CA0B9}"/>
          </ac:spMkLst>
        </pc:spChg>
        <pc:spChg chg="add mod">
          <ac:chgData name="Ramya Kancharla" userId="a74bb8cc917f690b" providerId="LiveId" clId="{14A15777-3D9A-4E5B-AC30-7EC587303D65}" dt="2026-04-11T16:12:28.905" v="126" actId="1076"/>
          <ac:spMkLst>
            <pc:docMk/>
            <pc:sldMk cId="2484590445" sldId="328"/>
            <ac:spMk id="10" creationId="{256B7CBA-B14B-3DEA-C044-3988E64EB793}"/>
          </ac:spMkLst>
        </pc:spChg>
        <pc:spChg chg="add mod">
          <ac:chgData name="Ramya Kancharla" userId="a74bb8cc917f690b" providerId="LiveId" clId="{14A15777-3D9A-4E5B-AC30-7EC587303D65}" dt="2026-04-11T16:12:50.392" v="130" actId="1076"/>
          <ac:spMkLst>
            <pc:docMk/>
            <pc:sldMk cId="2484590445" sldId="328"/>
            <ac:spMk id="11" creationId="{84CA8083-2B87-9E4D-F175-7BEF32FED7E9}"/>
          </ac:spMkLst>
        </pc:spChg>
      </pc:sldChg>
      <pc:sldChg chg="addSp delSp modSp mod ord modAnim">
        <pc:chgData name="Ramya Kancharla" userId="a74bb8cc917f690b" providerId="LiveId" clId="{14A15777-3D9A-4E5B-AC30-7EC587303D65}" dt="2026-04-12T10:56:29.987" v="2520"/>
        <pc:sldMkLst>
          <pc:docMk/>
          <pc:sldMk cId="3768390304" sldId="329"/>
        </pc:sldMkLst>
        <pc:spChg chg="add mod">
          <ac:chgData name="Ramya Kancharla" userId="a74bb8cc917f690b" providerId="LiveId" clId="{14A15777-3D9A-4E5B-AC30-7EC587303D65}" dt="2026-04-12T10:32:29.105" v="2367" actId="13926"/>
          <ac:spMkLst>
            <pc:docMk/>
            <pc:sldMk cId="3768390304" sldId="329"/>
            <ac:spMk id="8" creationId="{95DB40A7-1BFA-FAAC-DA0E-51029591A33B}"/>
          </ac:spMkLst>
        </pc:spChg>
        <pc:spChg chg="add mod">
          <ac:chgData name="Ramya Kancharla" userId="a74bb8cc917f690b" providerId="LiveId" clId="{14A15777-3D9A-4E5B-AC30-7EC587303D65}" dt="2026-04-11T16:48:04.220" v="565" actId="21"/>
          <ac:spMkLst>
            <pc:docMk/>
            <pc:sldMk cId="3768390304" sldId="329"/>
            <ac:spMk id="10" creationId="{7A218B86-A993-25D4-F6AE-DBA69AB8CF9C}"/>
          </ac:spMkLst>
        </pc:spChg>
        <pc:picChg chg="add mod">
          <ac:chgData name="Ramya Kancharla" userId="a74bb8cc917f690b" providerId="LiveId" clId="{14A15777-3D9A-4E5B-AC30-7EC587303D65}" dt="2026-04-11T16:49:22.687" v="575" actId="14100"/>
          <ac:picMkLst>
            <pc:docMk/>
            <pc:sldMk cId="3768390304" sldId="329"/>
            <ac:picMk id="14" creationId="{85BCDDFA-3087-10E4-4897-341E0CA102D5}"/>
          </ac:picMkLst>
        </pc:picChg>
      </pc:sldChg>
      <pc:sldChg chg="modSp mod modTransition">
        <pc:chgData name="Ramya Kancharla" userId="a74bb8cc917f690b" providerId="LiveId" clId="{14A15777-3D9A-4E5B-AC30-7EC587303D65}" dt="2026-04-12T18:05:09.005" v="3502"/>
        <pc:sldMkLst>
          <pc:docMk/>
          <pc:sldMk cId="4244609825" sldId="330"/>
        </pc:sldMkLst>
        <pc:spChg chg="mod">
          <ac:chgData name="Ramya Kancharla" userId="a74bb8cc917f690b" providerId="LiveId" clId="{14A15777-3D9A-4E5B-AC30-7EC587303D65}" dt="2026-04-12T06:38:03.266" v="1344" actId="2711"/>
          <ac:spMkLst>
            <pc:docMk/>
            <pc:sldMk cId="4244609825" sldId="330"/>
            <ac:spMk id="7" creationId="{EC76CEB8-32D4-FB70-B42C-0EAFA6FEE503}"/>
          </ac:spMkLst>
        </pc:spChg>
        <pc:spChg chg="mod">
          <ac:chgData name="Ramya Kancharla" userId="a74bb8cc917f690b" providerId="LiveId" clId="{14A15777-3D9A-4E5B-AC30-7EC587303D65}" dt="2026-04-12T06:38:21.293" v="1346" actId="403"/>
          <ac:spMkLst>
            <pc:docMk/>
            <pc:sldMk cId="4244609825" sldId="330"/>
            <ac:spMk id="8" creationId="{82E6C22C-A134-03E9-F934-4470BFBB2C15}"/>
          </ac:spMkLst>
        </pc:spChg>
      </pc:sldChg>
      <pc:sldChg chg="addSp delSp modSp mod ord modAnim">
        <pc:chgData name="Ramya Kancharla" userId="a74bb8cc917f690b" providerId="LiveId" clId="{14A15777-3D9A-4E5B-AC30-7EC587303D65}" dt="2026-04-12T14:50:18.208" v="2706"/>
        <pc:sldMkLst>
          <pc:docMk/>
          <pc:sldMk cId="3115470350" sldId="331"/>
        </pc:sldMkLst>
        <pc:spChg chg="add mod">
          <ac:chgData name="Ramya Kancharla" userId="a74bb8cc917f690b" providerId="LiveId" clId="{14A15777-3D9A-4E5B-AC30-7EC587303D65}" dt="2026-04-12T14:44:59.086" v="2684" actId="207"/>
          <ac:spMkLst>
            <pc:docMk/>
            <pc:sldMk cId="3115470350" sldId="331"/>
            <ac:spMk id="7" creationId="{1D806619-18F9-67C7-321B-2F2ED492F844}"/>
          </ac:spMkLst>
        </pc:spChg>
        <pc:spChg chg="add mod">
          <ac:chgData name="Ramya Kancharla" userId="a74bb8cc917f690b" providerId="LiveId" clId="{14A15777-3D9A-4E5B-AC30-7EC587303D65}" dt="2026-04-12T14:49:06.516" v="2698" actId="1076"/>
          <ac:spMkLst>
            <pc:docMk/>
            <pc:sldMk cId="3115470350" sldId="331"/>
            <ac:spMk id="11" creationId="{5B02201F-0540-B0AC-938C-BA8FA311B0D6}"/>
          </ac:spMkLst>
        </pc:spChg>
        <pc:picChg chg="add mod">
          <ac:chgData name="Ramya Kancharla" userId="a74bb8cc917f690b" providerId="LiveId" clId="{14A15777-3D9A-4E5B-AC30-7EC587303D65}" dt="2026-04-12T14:49:09.573" v="2699" actId="1076"/>
          <ac:picMkLst>
            <pc:docMk/>
            <pc:sldMk cId="3115470350" sldId="331"/>
            <ac:picMk id="6" creationId="{A7A64CD9-B479-F084-0CD4-8AB74B595D68}"/>
          </ac:picMkLst>
        </pc:picChg>
      </pc:sldChg>
      <pc:sldChg chg="addSp delSp modSp mod ord">
        <pc:chgData name="Ramya Kancharla" userId="a74bb8cc917f690b" providerId="LiveId" clId="{14A15777-3D9A-4E5B-AC30-7EC587303D65}" dt="2026-04-12T10:13:20.174" v="2228" actId="13926"/>
        <pc:sldMkLst>
          <pc:docMk/>
          <pc:sldMk cId="3790660299" sldId="332"/>
        </pc:sldMkLst>
        <pc:spChg chg="add mod">
          <ac:chgData name="Ramya Kancharla" userId="a74bb8cc917f690b" providerId="LiveId" clId="{14A15777-3D9A-4E5B-AC30-7EC587303D65}" dt="2026-04-12T10:13:20.174" v="2228" actId="13926"/>
          <ac:spMkLst>
            <pc:docMk/>
            <pc:sldMk cId="3790660299" sldId="332"/>
            <ac:spMk id="6" creationId="{CC9D3608-F0A7-87B2-DC8A-DF83800E3CD5}"/>
          </ac:spMkLst>
        </pc:spChg>
      </pc:sldChg>
      <pc:sldChg chg="addSp delSp modSp mod ord modTransition">
        <pc:chgData name="Ramya Kancharla" userId="a74bb8cc917f690b" providerId="LiveId" clId="{14A15777-3D9A-4E5B-AC30-7EC587303D65}" dt="2026-04-12T18:05:58.851" v="3512"/>
        <pc:sldMkLst>
          <pc:docMk/>
          <pc:sldMk cId="4235610533" sldId="333"/>
        </pc:sldMkLst>
        <pc:spChg chg="add mod">
          <ac:chgData name="Ramya Kancharla" userId="a74bb8cc917f690b" providerId="LiveId" clId="{14A15777-3D9A-4E5B-AC30-7EC587303D65}" dt="2026-04-12T14:24:17.641" v="2646" actId="1076"/>
          <ac:spMkLst>
            <pc:docMk/>
            <pc:sldMk cId="4235610533" sldId="333"/>
            <ac:spMk id="10" creationId="{CAE3B3EC-7A5B-3944-1DEC-38EE8B7FAA22}"/>
          </ac:spMkLst>
        </pc:spChg>
        <pc:picChg chg="add mod">
          <ac:chgData name="Ramya Kancharla" userId="a74bb8cc917f690b" providerId="LiveId" clId="{14A15777-3D9A-4E5B-AC30-7EC587303D65}" dt="2026-04-12T14:23:07.049" v="2641" actId="14100"/>
          <ac:picMkLst>
            <pc:docMk/>
            <pc:sldMk cId="4235610533" sldId="333"/>
            <ac:picMk id="12" creationId="{A24AE945-B217-251E-FEFF-8AB5CC8C5A86}"/>
          </ac:picMkLst>
        </pc:picChg>
        <pc:picChg chg="add mod">
          <ac:chgData name="Ramya Kancharla" userId="a74bb8cc917f690b" providerId="LiveId" clId="{14A15777-3D9A-4E5B-AC30-7EC587303D65}" dt="2026-04-12T14:24:13.315" v="2645" actId="1076"/>
          <ac:picMkLst>
            <pc:docMk/>
            <pc:sldMk cId="4235610533" sldId="333"/>
            <ac:picMk id="14" creationId="{5E9F7C6F-D57C-F88C-A1DA-90956856287A}"/>
          </ac:picMkLst>
        </pc:picChg>
      </pc:sldChg>
      <pc:sldChg chg="addSp delSp modSp mod ord modAnim">
        <pc:chgData name="Ramya Kancharla" userId="a74bb8cc917f690b" providerId="LiveId" clId="{14A15777-3D9A-4E5B-AC30-7EC587303D65}" dt="2026-04-12T07:06:42.148" v="1440" actId="20577"/>
        <pc:sldMkLst>
          <pc:docMk/>
          <pc:sldMk cId="3103329235" sldId="334"/>
        </pc:sldMkLst>
        <pc:spChg chg="add mod">
          <ac:chgData name="Ramya Kancharla" userId="a74bb8cc917f690b" providerId="LiveId" clId="{14A15777-3D9A-4E5B-AC30-7EC587303D65}" dt="2026-04-12T07:06:18.462" v="1435" actId="20577"/>
          <ac:spMkLst>
            <pc:docMk/>
            <pc:sldMk cId="3103329235" sldId="334"/>
            <ac:spMk id="6" creationId="{1E284629-851B-F637-B01C-AD6B5EB5CA64}"/>
          </ac:spMkLst>
        </pc:spChg>
        <pc:spChg chg="add mod">
          <ac:chgData name="Ramya Kancharla" userId="a74bb8cc917f690b" providerId="LiveId" clId="{14A15777-3D9A-4E5B-AC30-7EC587303D65}" dt="2026-04-12T07:06:42.148" v="1440" actId="20577"/>
          <ac:spMkLst>
            <pc:docMk/>
            <pc:sldMk cId="3103329235" sldId="334"/>
            <ac:spMk id="7" creationId="{15E44058-50B7-2382-FD0D-A0625586705A}"/>
          </ac:spMkLst>
        </pc:spChg>
      </pc:sldChg>
      <pc:sldChg chg="addSp delSp modSp mod modAnim">
        <pc:chgData name="Ramya Kancharla" userId="a74bb8cc917f690b" providerId="LiveId" clId="{14A15777-3D9A-4E5B-AC30-7EC587303D65}" dt="2026-04-12T16:33:09.292" v="2914"/>
        <pc:sldMkLst>
          <pc:docMk/>
          <pc:sldMk cId="1677132906" sldId="335"/>
        </pc:sldMkLst>
        <pc:spChg chg="add mod">
          <ac:chgData name="Ramya Kancharla" userId="a74bb8cc917f690b" providerId="LiveId" clId="{14A15777-3D9A-4E5B-AC30-7EC587303D65}" dt="2026-04-12T16:17:39.193" v="2763" actId="1076"/>
          <ac:spMkLst>
            <pc:docMk/>
            <pc:sldMk cId="1677132906" sldId="335"/>
            <ac:spMk id="6" creationId="{483F306C-CA28-75EF-4F40-1A6AAAE8E9B8}"/>
          </ac:spMkLst>
        </pc:spChg>
        <pc:spChg chg="add mod">
          <ac:chgData name="Ramya Kancharla" userId="a74bb8cc917f690b" providerId="LiveId" clId="{14A15777-3D9A-4E5B-AC30-7EC587303D65}" dt="2026-04-12T16:17:31.072" v="2762" actId="207"/>
          <ac:spMkLst>
            <pc:docMk/>
            <pc:sldMk cId="1677132906" sldId="335"/>
            <ac:spMk id="7" creationId="{EA161A83-3112-BDF9-1683-E4630EC25FE7}"/>
          </ac:spMkLst>
        </pc:spChg>
        <pc:spChg chg="add mod">
          <ac:chgData name="Ramya Kancharla" userId="a74bb8cc917f690b" providerId="LiveId" clId="{14A15777-3D9A-4E5B-AC30-7EC587303D65}" dt="2026-04-12T16:25:18.333" v="2828" actId="13926"/>
          <ac:spMkLst>
            <pc:docMk/>
            <pc:sldMk cId="1677132906" sldId="335"/>
            <ac:spMk id="12" creationId="{A30DDA0A-A5EC-297F-ADB5-272B18D48AC8}"/>
          </ac:spMkLst>
        </pc:spChg>
        <pc:graphicFrameChg chg="add mod modGraphic">
          <ac:chgData name="Ramya Kancharla" userId="a74bb8cc917f690b" providerId="LiveId" clId="{14A15777-3D9A-4E5B-AC30-7EC587303D65}" dt="2026-04-12T16:26:42.168" v="2839" actId="13926"/>
          <ac:graphicFrameMkLst>
            <pc:docMk/>
            <pc:sldMk cId="1677132906" sldId="335"/>
            <ac:graphicFrameMk id="8" creationId="{498C8338-90C5-BE13-5322-7C5D8F891A68}"/>
          </ac:graphicFrameMkLst>
        </pc:graphicFrameChg>
        <pc:graphicFrameChg chg="add mod modGraphic">
          <ac:chgData name="Ramya Kancharla" userId="a74bb8cc917f690b" providerId="LiveId" clId="{14A15777-3D9A-4E5B-AC30-7EC587303D65}" dt="2026-04-12T16:32:14.731" v="2907" actId="14734"/>
          <ac:graphicFrameMkLst>
            <pc:docMk/>
            <pc:sldMk cId="1677132906" sldId="335"/>
            <ac:graphicFrameMk id="13" creationId="{B78BC2D4-DE5E-3002-AE91-54BD66105473}"/>
          </ac:graphicFrameMkLst>
        </pc:graphicFrameChg>
        <pc:cxnChg chg="add mod">
          <ac:chgData name="Ramya Kancharla" userId="a74bb8cc917f690b" providerId="LiveId" clId="{14A15777-3D9A-4E5B-AC30-7EC587303D65}" dt="2026-04-12T16:32:05.333" v="2904" actId="1076"/>
          <ac:cxnSpMkLst>
            <pc:docMk/>
            <pc:sldMk cId="1677132906" sldId="335"/>
            <ac:cxnSpMk id="15" creationId="{99E2A49F-E47D-2A4F-2238-F35670D8A741}"/>
          </ac:cxnSpMkLst>
        </pc:cxnChg>
        <pc:cxnChg chg="add mod">
          <ac:chgData name="Ramya Kancharla" userId="a74bb8cc917f690b" providerId="LiveId" clId="{14A15777-3D9A-4E5B-AC30-7EC587303D65}" dt="2026-04-12T16:31:00.261" v="2896" actId="14100"/>
          <ac:cxnSpMkLst>
            <pc:docMk/>
            <pc:sldMk cId="1677132906" sldId="335"/>
            <ac:cxnSpMk id="18" creationId="{3D74210C-19DE-58D9-51B8-1000F6EE5A5B}"/>
          </ac:cxnSpMkLst>
        </pc:cxnChg>
        <pc:cxnChg chg="add mod">
          <ac:chgData name="Ramya Kancharla" userId="a74bb8cc917f690b" providerId="LiveId" clId="{14A15777-3D9A-4E5B-AC30-7EC587303D65}" dt="2026-04-12T16:31:30.723" v="2900" actId="1076"/>
          <ac:cxnSpMkLst>
            <pc:docMk/>
            <pc:sldMk cId="1677132906" sldId="335"/>
            <ac:cxnSpMk id="20" creationId="{19EDE77E-4B4A-5E68-05DB-42E266614309}"/>
          </ac:cxnSpMkLst>
        </pc:cxnChg>
      </pc:sldChg>
      <pc:sldChg chg="addSp delSp modSp new mod ord modAnim">
        <pc:chgData name="Ramya Kancharla" userId="a74bb8cc917f690b" providerId="LiveId" clId="{14A15777-3D9A-4E5B-AC30-7EC587303D65}" dt="2026-04-13T03:31:51.338" v="3542" actId="14100"/>
        <pc:sldMkLst>
          <pc:docMk/>
          <pc:sldMk cId="843668533" sldId="336"/>
        </pc:sldMkLst>
        <pc:spChg chg="add mod">
          <ac:chgData name="Ramya Kancharla" userId="a74bb8cc917f690b" providerId="LiveId" clId="{14A15777-3D9A-4E5B-AC30-7EC587303D65}" dt="2026-04-13T03:31:42.703" v="3541" actId="1076"/>
          <ac:spMkLst>
            <pc:docMk/>
            <pc:sldMk cId="843668533" sldId="336"/>
            <ac:spMk id="9" creationId="{22EC332D-FDFE-E2EF-E21C-546724ED68C0}"/>
          </ac:spMkLst>
        </pc:spChg>
        <pc:spChg chg="add mod">
          <ac:chgData name="Ramya Kancharla" userId="a74bb8cc917f690b" providerId="LiveId" clId="{14A15777-3D9A-4E5B-AC30-7EC587303D65}" dt="2026-04-13T03:31:51.338" v="3542" actId="14100"/>
          <ac:spMkLst>
            <pc:docMk/>
            <pc:sldMk cId="843668533" sldId="336"/>
            <ac:spMk id="10" creationId="{8499A3A2-31CB-DA6C-ED5D-4AF1F334152C}"/>
          </ac:spMkLst>
        </pc:spChg>
      </pc:sldChg>
      <pc:sldChg chg="addSp delSp modSp new mod">
        <pc:chgData name="Ramya Kancharla" userId="a74bb8cc917f690b" providerId="LiveId" clId="{14A15777-3D9A-4E5B-AC30-7EC587303D65}" dt="2026-04-12T10:55:46.434" v="2518" actId="115"/>
        <pc:sldMkLst>
          <pc:docMk/>
          <pc:sldMk cId="2363734583" sldId="337"/>
        </pc:sldMkLst>
        <pc:spChg chg="add mod">
          <ac:chgData name="Ramya Kancharla" userId="a74bb8cc917f690b" providerId="LiveId" clId="{14A15777-3D9A-4E5B-AC30-7EC587303D65}" dt="2026-04-12T10:55:25.787" v="2514" actId="115"/>
          <ac:spMkLst>
            <pc:docMk/>
            <pc:sldMk cId="2363734583" sldId="337"/>
            <ac:spMk id="8" creationId="{8374AC60-EE6B-1A26-D95F-B3C724D78E9A}"/>
          </ac:spMkLst>
        </pc:spChg>
        <pc:spChg chg="add mod">
          <ac:chgData name="Ramya Kancharla" userId="a74bb8cc917f690b" providerId="LiveId" clId="{14A15777-3D9A-4E5B-AC30-7EC587303D65}" dt="2026-04-12T10:55:46.434" v="2518" actId="115"/>
          <ac:spMkLst>
            <pc:docMk/>
            <pc:sldMk cId="2363734583" sldId="337"/>
            <ac:spMk id="9" creationId="{B1FFB1CD-BEE6-92A7-904C-04196EFF81E1}"/>
          </ac:spMkLst>
        </pc:spChg>
      </pc:sldChg>
      <pc:sldChg chg="modSp new mod ord modTransition modAnim">
        <pc:chgData name="Ramya Kancharla" userId="a74bb8cc917f690b" providerId="LiveId" clId="{14A15777-3D9A-4E5B-AC30-7EC587303D65}" dt="2026-04-12T18:05:51.063" v="3510"/>
        <pc:sldMkLst>
          <pc:docMk/>
          <pc:sldMk cId="818624998" sldId="338"/>
        </pc:sldMkLst>
        <pc:spChg chg="mod">
          <ac:chgData name="Ramya Kancharla" userId="a74bb8cc917f690b" providerId="LiveId" clId="{14A15777-3D9A-4E5B-AC30-7EC587303D65}" dt="2026-04-12T16:34:27.060" v="2919" actId="1076"/>
          <ac:spMkLst>
            <pc:docMk/>
            <pc:sldMk cId="818624998" sldId="338"/>
            <ac:spMk id="2" creationId="{DBAD1348-1C77-0039-B5AF-5FB5114330AA}"/>
          </ac:spMkLst>
        </pc:spChg>
        <pc:spChg chg="mod">
          <ac:chgData name="Ramya Kancharla" userId="a74bb8cc917f690b" providerId="LiveId" clId="{14A15777-3D9A-4E5B-AC30-7EC587303D65}" dt="2026-04-12T16:34:35.962" v="2922" actId="1076"/>
          <ac:spMkLst>
            <pc:docMk/>
            <pc:sldMk cId="818624998" sldId="338"/>
            <ac:spMk id="3" creationId="{FEC58771-5919-0BCD-FB18-243AC15A4F4A}"/>
          </ac:spMkLst>
        </pc:spChg>
      </pc:sldChg>
      <pc:sldChg chg="addSp delSp modSp new mod ord modAnim">
        <pc:chgData name="Ramya Kancharla" userId="a74bb8cc917f690b" providerId="LiveId" clId="{14A15777-3D9A-4E5B-AC30-7EC587303D65}" dt="2026-04-12T16:41:43.643" v="3084"/>
        <pc:sldMkLst>
          <pc:docMk/>
          <pc:sldMk cId="79110659" sldId="339"/>
        </pc:sldMkLst>
        <pc:spChg chg="add mod">
          <ac:chgData name="Ramya Kancharla" userId="a74bb8cc917f690b" providerId="LiveId" clId="{14A15777-3D9A-4E5B-AC30-7EC587303D65}" dt="2026-04-12T16:39:12.066" v="3070" actId="1076"/>
          <ac:spMkLst>
            <pc:docMk/>
            <pc:sldMk cId="79110659" sldId="339"/>
            <ac:spMk id="6" creationId="{9735FF7A-126F-E9CF-E681-BED238E1E128}"/>
          </ac:spMkLst>
        </pc:spChg>
        <pc:spChg chg="add mod">
          <ac:chgData name="Ramya Kancharla" userId="a74bb8cc917f690b" providerId="LiveId" clId="{14A15777-3D9A-4E5B-AC30-7EC587303D65}" dt="2026-04-12T16:41:12.714" v="3083" actId="20577"/>
          <ac:spMkLst>
            <pc:docMk/>
            <pc:sldMk cId="79110659" sldId="339"/>
            <ac:spMk id="9" creationId="{1CFDE5C6-A03C-D30E-DF62-7C1E5AC21BE0}"/>
          </ac:spMkLst>
        </pc:spChg>
      </pc:sldChg>
      <pc:sldChg chg="addSp delSp modSp new mod ord modTransition">
        <pc:chgData name="Ramya Kancharla" userId="a74bb8cc917f690b" providerId="LiveId" clId="{14A15777-3D9A-4E5B-AC30-7EC587303D65}" dt="2026-04-12T18:05:46.899" v="3509"/>
        <pc:sldMkLst>
          <pc:docMk/>
          <pc:sldMk cId="1565107326" sldId="340"/>
        </pc:sldMkLst>
        <pc:spChg chg="mod">
          <ac:chgData name="Ramya Kancharla" userId="a74bb8cc917f690b" providerId="LiveId" clId="{14A15777-3D9A-4E5B-AC30-7EC587303D65}" dt="2026-04-12T16:47:50.868" v="3140" actId="14100"/>
          <ac:spMkLst>
            <pc:docMk/>
            <pc:sldMk cId="1565107326" sldId="340"/>
            <ac:spMk id="3" creationId="{0C4A1E30-E6ED-E1FF-ADD1-B5912E9CBE1D}"/>
          </ac:spMkLst>
        </pc:spChg>
        <pc:spChg chg="add mod">
          <ac:chgData name="Ramya Kancharla" userId="a74bb8cc917f690b" providerId="LiveId" clId="{14A15777-3D9A-4E5B-AC30-7EC587303D65}" dt="2026-04-12T16:45:01.216" v="3095" actId="20577"/>
          <ac:spMkLst>
            <pc:docMk/>
            <pc:sldMk cId="1565107326" sldId="340"/>
            <ac:spMk id="7" creationId="{E5FADCE2-C0DF-BE94-D8F3-4B4DD15C10A4}"/>
          </ac:spMkLst>
        </pc:spChg>
        <pc:spChg chg="add mod">
          <ac:chgData name="Ramya Kancharla" userId="a74bb8cc917f690b" providerId="LiveId" clId="{14A15777-3D9A-4E5B-AC30-7EC587303D65}" dt="2026-04-12T16:48:20.072" v="3146" actId="14100"/>
          <ac:spMkLst>
            <pc:docMk/>
            <pc:sldMk cId="1565107326" sldId="340"/>
            <ac:spMk id="9" creationId="{6A81F860-E0B6-A01D-B63B-868DC2E6394C}"/>
          </ac:spMkLst>
        </pc:spChg>
      </pc:sldChg>
      <pc:sldChg chg="addSp delSp modSp new mod ord modTransition">
        <pc:chgData name="Ramya Kancharla" userId="a74bb8cc917f690b" providerId="LiveId" clId="{14A15777-3D9A-4E5B-AC30-7EC587303D65}" dt="2026-04-12T18:05:53.939" v="3511"/>
        <pc:sldMkLst>
          <pc:docMk/>
          <pc:sldMk cId="1654331369" sldId="341"/>
        </pc:sldMkLst>
        <pc:spChg chg="add mod">
          <ac:chgData name="Ramya Kancharla" userId="a74bb8cc917f690b" providerId="LiveId" clId="{14A15777-3D9A-4E5B-AC30-7EC587303D65}" dt="2026-04-12T16:59:55.129" v="3207" actId="1076"/>
          <ac:spMkLst>
            <pc:docMk/>
            <pc:sldMk cId="1654331369" sldId="341"/>
            <ac:spMk id="15" creationId="{4A9417EB-BDF5-17AF-080B-C8C9DB815BDA}"/>
          </ac:spMkLst>
        </pc:spChg>
        <pc:spChg chg="add mod">
          <ac:chgData name="Ramya Kancharla" userId="a74bb8cc917f690b" providerId="LiveId" clId="{14A15777-3D9A-4E5B-AC30-7EC587303D65}" dt="2026-04-12T16:59:59.908" v="3209" actId="1076"/>
          <ac:spMkLst>
            <pc:docMk/>
            <pc:sldMk cId="1654331369" sldId="341"/>
            <ac:spMk id="16" creationId="{4CD5CA65-E408-4554-53F2-AA2D887AFC28}"/>
          </ac:spMkLst>
        </pc:spChg>
        <pc:spChg chg="add mod">
          <ac:chgData name="Ramya Kancharla" userId="a74bb8cc917f690b" providerId="LiveId" clId="{14A15777-3D9A-4E5B-AC30-7EC587303D65}" dt="2026-04-12T17:00:13.327" v="3214" actId="14100"/>
          <ac:spMkLst>
            <pc:docMk/>
            <pc:sldMk cId="1654331369" sldId="341"/>
            <ac:spMk id="18" creationId="{77BA02D9-3674-8A11-E715-BFB22C0905AE}"/>
          </ac:spMkLst>
        </pc:spChg>
        <pc:spChg chg="add mod">
          <ac:chgData name="Ramya Kancharla" userId="a74bb8cc917f690b" providerId="LiveId" clId="{14A15777-3D9A-4E5B-AC30-7EC587303D65}" dt="2026-04-12T17:00:05.730" v="3211" actId="1076"/>
          <ac:spMkLst>
            <pc:docMk/>
            <pc:sldMk cId="1654331369" sldId="341"/>
            <ac:spMk id="19" creationId="{0BF766B7-C53F-E751-71CD-319CA6144985}"/>
          </ac:spMkLst>
        </pc:spChg>
        <pc:spChg chg="add mod">
          <ac:chgData name="Ramya Kancharla" userId="a74bb8cc917f690b" providerId="LiveId" clId="{14A15777-3D9A-4E5B-AC30-7EC587303D65}" dt="2026-04-12T17:01:21.028" v="3257" actId="1076"/>
          <ac:spMkLst>
            <pc:docMk/>
            <pc:sldMk cId="1654331369" sldId="341"/>
            <ac:spMk id="20" creationId="{295E50C8-3B21-8922-028B-4D233AEE76A1}"/>
          </ac:spMkLst>
        </pc:spChg>
        <pc:spChg chg="add mod">
          <ac:chgData name="Ramya Kancharla" userId="a74bb8cc917f690b" providerId="LiveId" clId="{14A15777-3D9A-4E5B-AC30-7EC587303D65}" dt="2026-04-12T17:04:20.957" v="3482" actId="20577"/>
          <ac:spMkLst>
            <pc:docMk/>
            <pc:sldMk cId="1654331369" sldId="341"/>
            <ac:spMk id="24" creationId="{255AABD3-B41F-E464-29A2-FF60FBC13F17}"/>
          </ac:spMkLst>
        </pc:spChg>
        <pc:picChg chg="add mod">
          <ac:chgData name="Ramya Kancharla" userId="a74bb8cc917f690b" providerId="LiveId" clId="{14A15777-3D9A-4E5B-AC30-7EC587303D65}" dt="2026-04-12T16:59:52.433" v="3206" actId="1076"/>
          <ac:picMkLst>
            <pc:docMk/>
            <pc:sldMk cId="1654331369" sldId="341"/>
            <ac:picMk id="6" creationId="{301AA4B2-C344-FACD-C4F8-5E6BCF6F85D5}"/>
          </ac:picMkLst>
        </pc:picChg>
        <pc:picChg chg="add mod">
          <ac:chgData name="Ramya Kancharla" userId="a74bb8cc917f690b" providerId="LiveId" clId="{14A15777-3D9A-4E5B-AC30-7EC587303D65}" dt="2026-04-12T17:00:02.906" v="3210" actId="1076"/>
          <ac:picMkLst>
            <pc:docMk/>
            <pc:sldMk cId="1654331369" sldId="341"/>
            <ac:picMk id="8" creationId="{D7AA6F3C-E260-703E-00A3-10C6B2EA1500}"/>
          </ac:picMkLst>
        </pc:picChg>
        <pc:picChg chg="add mod">
          <ac:chgData name="Ramya Kancharla" userId="a74bb8cc917f690b" providerId="LiveId" clId="{14A15777-3D9A-4E5B-AC30-7EC587303D65}" dt="2026-04-12T16:59:57.389" v="3208" actId="1076"/>
          <ac:picMkLst>
            <pc:docMk/>
            <pc:sldMk cId="1654331369" sldId="341"/>
            <ac:picMk id="10" creationId="{48542B6B-1440-BD2A-A7BC-27D9485AB761}"/>
          </ac:picMkLst>
        </pc:picChg>
        <pc:picChg chg="add mod">
          <ac:chgData name="Ramya Kancharla" userId="a74bb8cc917f690b" providerId="LiveId" clId="{14A15777-3D9A-4E5B-AC30-7EC587303D65}" dt="2026-04-12T17:00:08.579" v="3212" actId="1076"/>
          <ac:picMkLst>
            <pc:docMk/>
            <pc:sldMk cId="1654331369" sldId="341"/>
            <ac:picMk id="12" creationId="{B96BEB99-D2ED-3383-62F1-A198D7542CE7}"/>
          </ac:picMkLst>
        </pc:picChg>
        <pc:picChg chg="add mod">
          <ac:chgData name="Ramya Kancharla" userId="a74bb8cc917f690b" providerId="LiveId" clId="{14A15777-3D9A-4E5B-AC30-7EC587303D65}" dt="2026-04-12T17:00:18.193" v="3215" actId="1076"/>
          <ac:picMkLst>
            <pc:docMk/>
            <pc:sldMk cId="1654331369" sldId="341"/>
            <ac:picMk id="14" creationId="{56A5DE7C-6589-2395-3729-A148EA996C1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358140" y="761999"/>
            <a:ext cx="6705600" cy="4547755"/>
          </a:xfrm>
        </p:spPr>
        <p:txBody>
          <a:bodyPr anchor="ctr"/>
          <a:lstStyle/>
          <a:p>
            <a:r>
              <a:rPr lang="en-US" sz="3200" b="0" dirty="0">
                <a:solidFill>
                  <a:schemeClr val="tx1"/>
                </a:solidFill>
                <a:highlight>
                  <a:srgbClr val="FDFBF6"/>
                </a:highlight>
                <a:latin typeface="Bahnschrift" panose="020B0502040204020203" pitchFamily="34" charset="0"/>
              </a:rPr>
              <a:t>ONLINE BOOKSTORE </a:t>
            </a:r>
            <a:r>
              <a:rPr lang="en-US" sz="3200" b="0" dirty="0">
                <a:solidFill>
                  <a:schemeClr val="tx1"/>
                </a:solidFill>
                <a:latin typeface="Bahnschrift" panose="020B0502040204020203" pitchFamily="34" charset="0"/>
              </a:rPr>
              <a:t>DATABASE</a:t>
            </a:r>
            <a:r>
              <a:rPr lang="en-US" sz="6000" b="0" dirty="0">
                <a:solidFill>
                  <a:schemeClr val="tx1"/>
                </a:solidFill>
                <a:highlight>
                  <a:srgbClr val="F5CDCE"/>
                </a:highlight>
                <a:latin typeface="Bahnschrift" panose="020B0502040204020203" pitchFamily="34" charset="0"/>
              </a:rPr>
              <a:t> </a:t>
            </a:r>
            <a:br>
              <a:rPr lang="en-US" sz="4800" b="0" dirty="0">
                <a:solidFill>
                  <a:schemeClr val="tx1"/>
                </a:solidFill>
                <a:highlight>
                  <a:srgbClr val="F5CDCE"/>
                </a:highlight>
              </a:rPr>
            </a:br>
            <a:r>
              <a:rPr lang="en-US" sz="1600" dirty="0"/>
              <a:t>-</a:t>
            </a:r>
            <a:r>
              <a:rPr lang="en-US" sz="1400" dirty="0"/>
              <a:t>SQL PROJECT</a:t>
            </a:r>
            <a:br>
              <a:rPr lang="en-US" sz="1400" dirty="0"/>
            </a:br>
            <a:br>
              <a:rPr lang="en-US" sz="1400" dirty="0"/>
            </a:br>
            <a:r>
              <a:rPr lang="en-US" sz="1400" dirty="0"/>
              <a:t>                   </a:t>
            </a:r>
            <a:r>
              <a:rPr lang="en-US" sz="1400" dirty="0">
                <a:solidFill>
                  <a:schemeClr val="accent2">
                    <a:lumMod val="75000"/>
                  </a:schemeClr>
                </a:solidFill>
              </a:rPr>
              <a:t>BY RAMYA KANCHARLA</a:t>
            </a:r>
            <a:br>
              <a:rPr lang="en-US" sz="1400" dirty="0">
                <a:solidFill>
                  <a:schemeClr val="accent2">
                    <a:lumMod val="75000"/>
                  </a:schemeClr>
                </a:solidFill>
              </a:rPr>
            </a:br>
            <a:r>
              <a:rPr lang="en-US" sz="1400" dirty="0">
                <a:solidFill>
                  <a:schemeClr val="accent2">
                    <a:lumMod val="75000"/>
                  </a:schemeClr>
                </a:solidFill>
              </a:rPr>
              <a:t>                           </a:t>
            </a:r>
            <a:br>
              <a:rPr lang="en-IN" sz="2800" dirty="0">
                <a:solidFill>
                  <a:schemeClr val="accent2">
                    <a:lumMod val="75000"/>
                  </a:schemeClr>
                </a:solidFill>
              </a:rPr>
            </a:br>
            <a:endParaRPr lang="en-US" dirty="0">
              <a:solidFill>
                <a:schemeClr val="accent2">
                  <a:lumMod val="75000"/>
                </a:schemeClr>
              </a:solidFill>
            </a:endParaRPr>
          </a:p>
        </p:txBody>
      </p:sp>
      <p:pic>
        <p:nvPicPr>
          <p:cNvPr id="4" name="Picture 3">
            <a:extLst>
              <a:ext uri="{FF2B5EF4-FFF2-40B4-BE49-F238E27FC236}">
                <a16:creationId xmlns:a16="http://schemas.microsoft.com/office/drawing/2014/main" id="{30064E60-9758-7B96-CB89-D7A3BA1C73EB}"/>
              </a:ext>
            </a:extLst>
          </p:cNvPr>
          <p:cNvPicPr>
            <a:picLocks noChangeAspect="1"/>
          </p:cNvPicPr>
          <p:nvPr/>
        </p:nvPicPr>
        <p:blipFill>
          <a:blip r:embed="rId3"/>
          <a:stretch>
            <a:fillRect/>
          </a:stretch>
        </p:blipFill>
        <p:spPr>
          <a:xfrm>
            <a:off x="7178040" y="1083587"/>
            <a:ext cx="3351365" cy="3176861"/>
          </a:xfrm>
          <a:prstGeom prst="rect">
            <a:avLst/>
          </a:prstGeom>
        </p:spPr>
      </p:pic>
    </p:spTree>
    <p:extLst>
      <p:ext uri="{BB962C8B-B14F-4D97-AF65-F5344CB8AC3E}">
        <p14:creationId xmlns:p14="http://schemas.microsoft.com/office/powerpoint/2010/main" val="22024376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E8999D-33CB-F7E4-9959-18E521D6A6C7}"/>
              </a:ext>
            </a:extLst>
          </p:cNvPr>
          <p:cNvSpPr>
            <a:spLocks noGrp="1"/>
          </p:cNvSpPr>
          <p:nvPr>
            <p:ph type="sldNum" sz="quarter" idx="10"/>
          </p:nvPr>
        </p:nvSpPr>
        <p:spPr/>
        <p:txBody>
          <a:bodyPr/>
          <a:lstStyle/>
          <a:p>
            <a:fld id="{48F63A3B-78C7-47BE-AE5E-E10140E04643}" type="slidenum">
              <a:rPr lang="en-US" smtClean="0"/>
              <a:pPr/>
              <a:t>2</a:t>
            </a:fld>
            <a:endParaRPr lang="en-US" dirty="0"/>
          </a:p>
        </p:txBody>
      </p:sp>
      <p:sp>
        <p:nvSpPr>
          <p:cNvPr id="8" name="Content Placeholder 7">
            <a:extLst>
              <a:ext uri="{FF2B5EF4-FFF2-40B4-BE49-F238E27FC236}">
                <a16:creationId xmlns:a16="http://schemas.microsoft.com/office/drawing/2014/main" id="{82E6C22C-A134-03E9-F934-4470BFBB2C15}"/>
              </a:ext>
            </a:extLst>
          </p:cNvPr>
          <p:cNvSpPr txBox="1">
            <a:spLocks noGrp="1"/>
          </p:cNvSpPr>
          <p:nvPr>
            <p:ph idx="1"/>
          </p:nvPr>
        </p:nvSpPr>
        <p:spPr>
          <a:xfrm>
            <a:off x="914400" y="2835275"/>
            <a:ext cx="6583363" cy="3775842"/>
          </a:xfrm>
          <a:prstGeom prst="rect">
            <a:avLst/>
          </a:prstGeom>
          <a:noFill/>
        </p:spPr>
        <p:txBody>
          <a:bodyPr wrap="square" rtlCol="0">
            <a:spAutoFit/>
          </a:bodyPr>
          <a:lstStyle/>
          <a:p>
            <a:r>
              <a:rPr lang="en-US" sz="1600" b="1" u="sng" dirty="0"/>
              <a:t>Project Objectives</a:t>
            </a:r>
          </a:p>
          <a:p>
            <a:r>
              <a:rPr lang="en-US" sz="1800" dirty="0">
                <a:solidFill>
                  <a:schemeClr val="tx1">
                    <a:lumMod val="95000"/>
                    <a:lumOff val="5000"/>
                  </a:schemeClr>
                </a:solidFill>
                <a:latin typeface="Aptos Narrow" panose="020B0004020202020204" pitchFamily="34" charset="0"/>
              </a:rPr>
              <a:t>1. To design a normalized relational database schema. </a:t>
            </a:r>
          </a:p>
          <a:p>
            <a:r>
              <a:rPr lang="en-US" sz="1800" dirty="0">
                <a:solidFill>
                  <a:schemeClr val="tx1">
                    <a:lumMod val="95000"/>
                    <a:lumOff val="5000"/>
                  </a:schemeClr>
                </a:solidFill>
                <a:latin typeface="Aptos Narrow" panose="020B0004020202020204" pitchFamily="34" charset="0"/>
              </a:rPr>
              <a:t>2. To enforce data integrity using constraints such as PRIMARY KEY and FOREIGN KEY. </a:t>
            </a:r>
          </a:p>
          <a:p>
            <a:r>
              <a:rPr lang="en-US" sz="1800" dirty="0">
                <a:solidFill>
                  <a:schemeClr val="tx1">
                    <a:lumMod val="95000"/>
                    <a:lumOff val="5000"/>
                  </a:schemeClr>
                </a:solidFill>
                <a:latin typeface="Aptos Narrow" panose="020B0004020202020204" pitchFamily="34" charset="0"/>
              </a:rPr>
              <a:t>3. To implement efficient data retrieval using SQL queries. </a:t>
            </a:r>
          </a:p>
          <a:p>
            <a:r>
              <a:rPr lang="en-US" sz="1800" dirty="0">
                <a:solidFill>
                  <a:schemeClr val="tx1">
                    <a:lumMod val="95000"/>
                    <a:lumOff val="5000"/>
                  </a:schemeClr>
                </a:solidFill>
                <a:latin typeface="Aptos Narrow" panose="020B0004020202020204" pitchFamily="34" charset="0"/>
              </a:rPr>
              <a:t>4. To perform analytical operations using aggregate functions. </a:t>
            </a:r>
          </a:p>
          <a:p>
            <a:r>
              <a:rPr lang="en-US" sz="1800" dirty="0">
                <a:solidFill>
                  <a:schemeClr val="tx1">
                    <a:lumMod val="95000"/>
                    <a:lumOff val="5000"/>
                  </a:schemeClr>
                </a:solidFill>
                <a:latin typeface="Aptos Narrow" panose="020B0004020202020204" pitchFamily="34" charset="0"/>
              </a:rPr>
              <a:t>5. To simulate real-world e-commerce operations like order processing and payments. </a:t>
            </a:r>
          </a:p>
          <a:p>
            <a:endParaRPr lang="en-IN" dirty="0"/>
          </a:p>
        </p:txBody>
      </p:sp>
      <p:sp>
        <p:nvSpPr>
          <p:cNvPr id="7" name="TextBox 6">
            <a:extLst>
              <a:ext uri="{FF2B5EF4-FFF2-40B4-BE49-F238E27FC236}">
                <a16:creationId xmlns:a16="http://schemas.microsoft.com/office/drawing/2014/main" id="{EC76CEB8-32D4-FB70-B42C-0EAFA6FEE503}"/>
              </a:ext>
            </a:extLst>
          </p:cNvPr>
          <p:cNvSpPr txBox="1"/>
          <p:nvPr/>
        </p:nvSpPr>
        <p:spPr>
          <a:xfrm>
            <a:off x="914400" y="570049"/>
            <a:ext cx="8858865" cy="2585323"/>
          </a:xfrm>
          <a:prstGeom prst="rect">
            <a:avLst/>
          </a:prstGeom>
          <a:noFill/>
        </p:spPr>
        <p:txBody>
          <a:bodyPr wrap="square" rtlCol="0">
            <a:spAutoFit/>
          </a:bodyPr>
          <a:lstStyle/>
          <a:p>
            <a:r>
              <a:rPr lang="en-US" b="1" u="sng" dirty="0">
                <a:solidFill>
                  <a:schemeClr val="accent3">
                    <a:lumMod val="75000"/>
                  </a:schemeClr>
                </a:solidFill>
              </a:rPr>
              <a:t>Introduction</a:t>
            </a:r>
          </a:p>
          <a:p>
            <a:endParaRPr lang="en-US" b="1" u="sng" dirty="0">
              <a:solidFill>
                <a:schemeClr val="accent3">
                  <a:lumMod val="75000"/>
                </a:schemeClr>
              </a:solidFill>
            </a:endParaRPr>
          </a:p>
          <a:p>
            <a:pPr marL="285750" indent="-285750">
              <a:buFont typeface="Arial" panose="020B0604020202020204" pitchFamily="34" charset="0"/>
              <a:buChar char="•"/>
            </a:pPr>
            <a:r>
              <a:rPr lang="en-US" dirty="0">
                <a:latin typeface="Aptos Narrow" panose="020B0004020202020204" pitchFamily="34" charset="0"/>
              </a:rPr>
              <a:t>Online shopping is increasing So , Bookstores are moving online </a:t>
            </a:r>
          </a:p>
          <a:p>
            <a:pPr marL="285750" indent="-285750">
              <a:buFont typeface="Arial" panose="020B0604020202020204" pitchFamily="34" charset="0"/>
              <a:buChar char="•"/>
            </a:pPr>
            <a:r>
              <a:rPr lang="en-US" dirty="0">
                <a:latin typeface="Aptos Narrow" panose="020B0004020202020204" pitchFamily="34" charset="0"/>
              </a:rPr>
              <a:t>Need for database system </a:t>
            </a:r>
          </a:p>
          <a:p>
            <a:pPr marL="285750" indent="-285750">
              <a:buFont typeface="Arial" panose="020B0604020202020204" pitchFamily="34" charset="0"/>
              <a:buChar char="•"/>
            </a:pPr>
            <a:r>
              <a:rPr lang="en-US" dirty="0">
                <a:latin typeface="Aptos Narrow" panose="020B0004020202020204" pitchFamily="34" charset="0"/>
              </a:rPr>
              <a:t>For Manages books, customers, </a:t>
            </a:r>
            <a:r>
              <a:rPr lang="en-US" dirty="0" err="1">
                <a:latin typeface="Aptos Narrow" panose="020B0004020202020204" pitchFamily="34" charset="0"/>
              </a:rPr>
              <a:t>orders,Authors</a:t>
            </a:r>
            <a:endParaRPr lang="en-US" dirty="0">
              <a:latin typeface="Aptos Narrow" panose="020B0004020202020204" pitchFamily="34" charset="0"/>
            </a:endParaRPr>
          </a:p>
          <a:p>
            <a:pPr marL="285750" indent="-285750">
              <a:buFont typeface="Arial" panose="020B0604020202020204" pitchFamily="34" charset="0"/>
              <a:buChar char="•"/>
            </a:pPr>
            <a:r>
              <a:rPr lang="en-US" dirty="0">
                <a:latin typeface="Aptos Narrow" panose="020B0004020202020204" pitchFamily="34" charset="0"/>
              </a:rPr>
              <a:t> That is Built using SQL </a:t>
            </a:r>
          </a:p>
          <a:p>
            <a:pPr marL="285750" indent="-285750">
              <a:buFont typeface="Arial" panose="020B0604020202020204" pitchFamily="34" charset="0"/>
              <a:buChar char="•"/>
            </a:pPr>
            <a:r>
              <a:rPr lang="en-US" dirty="0">
                <a:latin typeface="Aptos Narrow" panose="020B0004020202020204" pitchFamily="34" charset="0"/>
              </a:rPr>
              <a:t>Ensures efficient data storage and retrieval </a:t>
            </a:r>
          </a:p>
          <a:p>
            <a:endParaRPr lang="en-US" dirty="0"/>
          </a:p>
          <a:p>
            <a:endParaRPr lang="en-IN" dirty="0"/>
          </a:p>
        </p:txBody>
      </p:sp>
    </p:spTree>
    <p:extLst>
      <p:ext uri="{BB962C8B-B14F-4D97-AF65-F5344CB8AC3E}">
        <p14:creationId xmlns:p14="http://schemas.microsoft.com/office/powerpoint/2010/main" val="424460982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275303" y="265471"/>
            <a:ext cx="8475407" cy="6292645"/>
          </a:xfrm>
        </p:spPr>
        <p:txBody>
          <a:bodyPr>
            <a:normAutofit fontScale="32500" lnSpcReduction="20000"/>
          </a:bodyPr>
          <a:lstStyle/>
          <a:p>
            <a:r>
              <a:rPr lang="en-US" sz="8000" dirty="0"/>
              <a:t> The project follows database design principles:</a:t>
            </a:r>
          </a:p>
          <a:p>
            <a:r>
              <a:rPr lang="en-US" sz="7400" u="sng" dirty="0">
                <a:solidFill>
                  <a:schemeClr val="tx1">
                    <a:lumMod val="65000"/>
                    <a:lumOff val="35000"/>
                  </a:schemeClr>
                </a:solidFill>
                <a:latin typeface="Aptos Narrow" panose="020B0004020202020204" pitchFamily="34" charset="0"/>
              </a:rPr>
              <a:t>1.Conceptual Design </a:t>
            </a:r>
            <a:r>
              <a:rPr lang="en-US" sz="7400" dirty="0">
                <a:solidFill>
                  <a:schemeClr val="tx1">
                    <a:lumMod val="65000"/>
                    <a:lumOff val="35000"/>
                  </a:schemeClr>
                </a:solidFill>
                <a:latin typeface="Aptos Narrow" panose="020B0004020202020204" pitchFamily="34" charset="0"/>
              </a:rPr>
              <a:t>- Identification of entities (Customers, Books, Orders, etc.) , Establishing relationships between entities</a:t>
            </a:r>
          </a:p>
          <a:p>
            <a:r>
              <a:rPr lang="en-US" sz="7400" dirty="0">
                <a:solidFill>
                  <a:schemeClr val="tx1">
                    <a:lumMod val="65000"/>
                    <a:lumOff val="35000"/>
                  </a:schemeClr>
                </a:solidFill>
                <a:latin typeface="Aptos Narrow" panose="020B0004020202020204" pitchFamily="34" charset="0"/>
              </a:rPr>
              <a:t>2.</a:t>
            </a:r>
            <a:r>
              <a:rPr lang="en-US" sz="7400" u="sng" dirty="0">
                <a:solidFill>
                  <a:schemeClr val="tx1">
                    <a:lumMod val="65000"/>
                    <a:lumOff val="35000"/>
                  </a:schemeClr>
                </a:solidFill>
                <a:latin typeface="Aptos Narrow" panose="020B0004020202020204" pitchFamily="34" charset="0"/>
              </a:rPr>
              <a:t> Normalization </a:t>
            </a:r>
            <a:r>
              <a:rPr lang="en-US" sz="7400" dirty="0">
                <a:solidFill>
                  <a:schemeClr val="tx1">
                    <a:lumMod val="65000"/>
                    <a:lumOff val="35000"/>
                  </a:schemeClr>
                </a:solidFill>
                <a:latin typeface="Aptos Narrow" panose="020B0004020202020204" pitchFamily="34" charset="0"/>
              </a:rPr>
              <a:t>- Ensuring database is in </a:t>
            </a:r>
            <a:r>
              <a:rPr lang="en-US" sz="6200" dirty="0">
                <a:solidFill>
                  <a:schemeClr val="tx1">
                    <a:lumMod val="65000"/>
                    <a:lumOff val="35000"/>
                  </a:schemeClr>
                </a:solidFill>
                <a:latin typeface="Aptos Narrow" panose="020B0004020202020204" pitchFamily="34" charset="0"/>
              </a:rPr>
              <a:t>Third Normal Form </a:t>
            </a:r>
            <a:r>
              <a:rPr lang="en-US" sz="7400" dirty="0">
                <a:solidFill>
                  <a:schemeClr val="tx1">
                    <a:lumMod val="65000"/>
                    <a:lumOff val="35000"/>
                  </a:schemeClr>
                </a:solidFill>
                <a:latin typeface="Aptos Narrow" panose="020B0004020202020204" pitchFamily="34" charset="0"/>
              </a:rPr>
              <a:t>(3NF) , Eliminating redundancy and dependency issues </a:t>
            </a:r>
          </a:p>
          <a:p>
            <a:r>
              <a:rPr lang="en-US" sz="7400" dirty="0">
                <a:solidFill>
                  <a:schemeClr val="tx1">
                    <a:lumMod val="65000"/>
                    <a:lumOff val="35000"/>
                  </a:schemeClr>
                </a:solidFill>
                <a:latin typeface="Aptos Narrow" panose="020B0004020202020204" pitchFamily="34" charset="0"/>
              </a:rPr>
              <a:t>3</a:t>
            </a:r>
            <a:r>
              <a:rPr lang="en-US" sz="7400" i="1" dirty="0">
                <a:solidFill>
                  <a:schemeClr val="tx1">
                    <a:lumMod val="65000"/>
                    <a:lumOff val="35000"/>
                  </a:schemeClr>
                </a:solidFill>
                <a:latin typeface="Aptos Narrow" panose="020B0004020202020204" pitchFamily="34" charset="0"/>
              </a:rPr>
              <a:t>. </a:t>
            </a:r>
            <a:r>
              <a:rPr lang="en-US" sz="7400" u="sng" dirty="0">
                <a:solidFill>
                  <a:schemeClr val="tx1">
                    <a:lumMod val="65000"/>
                    <a:lumOff val="35000"/>
                  </a:schemeClr>
                </a:solidFill>
                <a:latin typeface="Aptos Narrow" panose="020B0004020202020204" pitchFamily="34" charset="0"/>
              </a:rPr>
              <a:t>Implementation </a:t>
            </a:r>
            <a:r>
              <a:rPr lang="en-US" sz="7400" dirty="0">
                <a:solidFill>
                  <a:schemeClr val="tx1">
                    <a:lumMod val="65000"/>
                    <a:lumOff val="35000"/>
                  </a:schemeClr>
                </a:solidFill>
                <a:latin typeface="Aptos Narrow" panose="020B0004020202020204" pitchFamily="34" charset="0"/>
              </a:rPr>
              <a:t>- Creating tables using </a:t>
            </a:r>
            <a:r>
              <a:rPr lang="en-US" sz="6200" dirty="0">
                <a:solidFill>
                  <a:schemeClr val="tx1">
                    <a:lumMod val="65000"/>
                    <a:lumOff val="35000"/>
                  </a:schemeClr>
                </a:solidFill>
                <a:latin typeface="Aptos Narrow" panose="020B0004020202020204" pitchFamily="34" charset="0"/>
              </a:rPr>
              <a:t>SQL</a:t>
            </a:r>
            <a:r>
              <a:rPr lang="en-US" sz="7400" dirty="0">
                <a:solidFill>
                  <a:schemeClr val="tx1">
                    <a:lumMod val="65000"/>
                    <a:lumOff val="35000"/>
                  </a:schemeClr>
                </a:solidFill>
                <a:latin typeface="Aptos Narrow" panose="020B0004020202020204" pitchFamily="34" charset="0"/>
              </a:rPr>
              <a:t> , Defining constraints </a:t>
            </a:r>
            <a:r>
              <a:rPr lang="en-US" sz="6200" dirty="0">
                <a:solidFill>
                  <a:schemeClr val="tx1">
                    <a:lumMod val="65000"/>
                    <a:lumOff val="35000"/>
                  </a:schemeClr>
                </a:solidFill>
                <a:latin typeface="Aptos Narrow" panose="020B0004020202020204" pitchFamily="34" charset="0"/>
              </a:rPr>
              <a:t>(PK, FK, NOT NULL, UNIQUE)</a:t>
            </a:r>
          </a:p>
          <a:p>
            <a:r>
              <a:rPr lang="en-US" sz="7400" dirty="0">
                <a:solidFill>
                  <a:schemeClr val="tx1">
                    <a:lumMod val="65000"/>
                    <a:lumOff val="35000"/>
                  </a:schemeClr>
                </a:solidFill>
                <a:latin typeface="Aptos Narrow" panose="020B0004020202020204" pitchFamily="34" charset="0"/>
              </a:rPr>
              <a:t> 4. </a:t>
            </a:r>
            <a:r>
              <a:rPr lang="en-US" sz="7400" u="sng" dirty="0">
                <a:solidFill>
                  <a:schemeClr val="tx1">
                    <a:lumMod val="65000"/>
                    <a:lumOff val="35000"/>
                  </a:schemeClr>
                </a:solidFill>
                <a:latin typeface="Aptos Narrow" panose="020B0004020202020204" pitchFamily="34" charset="0"/>
              </a:rPr>
              <a:t>Query Processing </a:t>
            </a:r>
            <a:r>
              <a:rPr lang="en-US" sz="7400" dirty="0">
                <a:solidFill>
                  <a:schemeClr val="tx1">
                    <a:lumMod val="65000"/>
                    <a:lumOff val="35000"/>
                  </a:schemeClr>
                </a:solidFill>
                <a:latin typeface="Aptos Narrow" panose="020B0004020202020204" pitchFamily="34" charset="0"/>
              </a:rPr>
              <a:t>- Using SQL commands for data retrieval and analysis </a:t>
            </a:r>
          </a:p>
          <a:p>
            <a:r>
              <a:rPr lang="en-US" sz="7400" dirty="0">
                <a:solidFill>
                  <a:schemeClr val="tx1">
                    <a:lumMod val="65000"/>
                    <a:lumOff val="35000"/>
                  </a:schemeClr>
                </a:solidFill>
                <a:latin typeface="Aptos Narrow" panose="020B0004020202020204" pitchFamily="34" charset="0"/>
              </a:rPr>
              <a:t>5.</a:t>
            </a:r>
            <a:r>
              <a:rPr lang="en-US" sz="7400" u="sng" dirty="0">
                <a:solidFill>
                  <a:schemeClr val="tx1">
                    <a:lumMod val="65000"/>
                    <a:lumOff val="35000"/>
                  </a:schemeClr>
                </a:solidFill>
                <a:latin typeface="Aptos Narrow" panose="020B0004020202020204" pitchFamily="34" charset="0"/>
              </a:rPr>
              <a:t>Automating</a:t>
            </a:r>
            <a:r>
              <a:rPr lang="en-US" sz="7400" i="1" u="sng" dirty="0">
                <a:solidFill>
                  <a:schemeClr val="tx1">
                    <a:lumMod val="65000"/>
                    <a:lumOff val="35000"/>
                  </a:schemeClr>
                </a:solidFill>
                <a:latin typeface="Aptos Narrow" panose="020B0004020202020204" pitchFamily="34" charset="0"/>
              </a:rPr>
              <a:t> </a:t>
            </a:r>
            <a:r>
              <a:rPr lang="en-US" sz="7400" dirty="0">
                <a:solidFill>
                  <a:schemeClr val="tx1">
                    <a:lumMod val="65000"/>
                    <a:lumOff val="35000"/>
                  </a:schemeClr>
                </a:solidFill>
                <a:latin typeface="Aptos Narrow" panose="020B0004020202020204" pitchFamily="34" charset="0"/>
              </a:rPr>
              <a:t>and Maintaining Consistency of a Database</a:t>
            </a:r>
            <a:endParaRPr lang="en-US" sz="2200" dirty="0">
              <a:solidFill>
                <a:schemeClr val="tx1">
                  <a:lumMod val="65000"/>
                  <a:lumOff val="35000"/>
                </a:schemeClr>
              </a:solidFill>
              <a:latin typeface="Aptos Narrow" panose="020B0004020202020204" pitchFamily="34" charset="0"/>
            </a:endParaRP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a:t>
            </a:fld>
            <a:endParaRPr lang="en-US" dirty="0"/>
          </a:p>
        </p:txBody>
      </p:sp>
      <p:sp>
        <p:nvSpPr>
          <p:cNvPr id="7" name="Content Placeholder 2">
            <a:extLst>
              <a:ext uri="{FF2B5EF4-FFF2-40B4-BE49-F238E27FC236}">
                <a16:creationId xmlns:a16="http://schemas.microsoft.com/office/drawing/2014/main" id="{536A9B8B-CDF8-8A88-B93F-7FD1B00603D9}"/>
              </a:ext>
            </a:extLst>
          </p:cNvPr>
          <p:cNvSpPr txBox="1">
            <a:spLocks/>
          </p:cNvSpPr>
          <p:nvPr/>
        </p:nvSpPr>
        <p:spPr>
          <a:xfrm>
            <a:off x="914400" y="457199"/>
            <a:ext cx="6583680" cy="2164081"/>
          </a:xfrm>
          <a:prstGeom prst="rect">
            <a:avLst/>
          </a:prstGeom>
        </p:spPr>
        <p:txBody>
          <a:bodyPr vert="horz" lIns="91440" tIns="0" rIns="91440" bIns="0" rtlCol="0">
            <a:norm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91321975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2774765" y="195861"/>
            <a:ext cx="7965461" cy="645803"/>
          </a:xfrm>
        </p:spPr>
        <p:txBody>
          <a:bodyPr/>
          <a:lstStyle/>
          <a:p>
            <a:r>
              <a:rPr lang="en-US" dirty="0"/>
              <a:t>What is  database and </a:t>
            </a:r>
            <a:r>
              <a:rPr lang="en-US" dirty="0" err="1"/>
              <a:t>sql</a:t>
            </a:r>
            <a:endParaRPr lang="en-US" dirty="0"/>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065711" y="1199983"/>
            <a:ext cx="7965460" cy="2332926"/>
          </a:xfrm>
        </p:spPr>
        <p:txBody>
          <a:bodyPr/>
          <a:lstStyle/>
          <a:p>
            <a:r>
              <a:rPr lang="en-US" b="1" dirty="0">
                <a:latin typeface="Aptos Narrow" panose="020B0004020202020204" pitchFamily="34" charset="0"/>
              </a:rPr>
              <a:t>What is a Database?</a:t>
            </a:r>
          </a:p>
          <a:p>
            <a:r>
              <a:rPr lang="en-US" dirty="0">
                <a:latin typeface="Aptos Narrow" panose="020B0004020202020204" pitchFamily="34" charset="0"/>
              </a:rPr>
              <a:t>A </a:t>
            </a:r>
            <a:r>
              <a:rPr lang="en-US" b="1" dirty="0">
                <a:latin typeface="Aptos Narrow" panose="020B0004020202020204" pitchFamily="34" charset="0"/>
              </a:rPr>
              <a:t>database</a:t>
            </a:r>
            <a:r>
              <a:rPr lang="en-US" dirty="0">
                <a:latin typeface="Aptos Narrow" panose="020B0004020202020204" pitchFamily="34" charset="0"/>
              </a:rPr>
              <a:t> is a collection of </a:t>
            </a:r>
            <a:r>
              <a:rPr lang="en-US" b="1" dirty="0">
                <a:latin typeface="Aptos Narrow" panose="020B0004020202020204" pitchFamily="34" charset="0"/>
              </a:rPr>
              <a:t>organized data</a:t>
            </a:r>
            <a:r>
              <a:rPr lang="en-US" dirty="0">
                <a:latin typeface="Aptos Narrow" panose="020B0004020202020204" pitchFamily="34" charset="0"/>
              </a:rPr>
              <a:t> stored electronically </a:t>
            </a:r>
          </a:p>
          <a:p>
            <a:r>
              <a:rPr lang="en-US" dirty="0">
                <a:latin typeface="Aptos Narrow" panose="020B0004020202020204" pitchFamily="34" charset="0"/>
              </a:rPr>
              <a:t>It allows easy </a:t>
            </a:r>
            <a:r>
              <a:rPr lang="en-US" b="1" dirty="0">
                <a:latin typeface="Aptos Narrow" panose="020B0004020202020204" pitchFamily="34" charset="0"/>
              </a:rPr>
              <a:t>storage, retrieval, and management</a:t>
            </a:r>
            <a:r>
              <a:rPr lang="en-US" dirty="0">
                <a:latin typeface="Aptos Narrow" panose="020B0004020202020204" pitchFamily="34" charset="0"/>
              </a:rPr>
              <a:t> of data </a:t>
            </a:r>
          </a:p>
          <a:p>
            <a:r>
              <a:rPr lang="en-US" dirty="0">
                <a:latin typeface="Aptos Narrow" panose="020B0004020202020204" pitchFamily="34" charset="0"/>
              </a:rPr>
              <a:t>Used in applications like banking, shopping, and student systems </a:t>
            </a:r>
          </a:p>
          <a:p>
            <a:r>
              <a:rPr lang="en-US" dirty="0">
                <a:latin typeface="Aptos Narrow" panose="020B0004020202020204" pitchFamily="34" charset="0"/>
              </a:rPr>
              <a:t>👉 Example: Student database (Name, ID, Marks)</a:t>
            </a:r>
          </a:p>
          <a:p>
            <a:endParaRPr lang="en-US" dirty="0"/>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4</a:t>
            </a:fld>
            <a:endParaRPr lang="en-US" dirty="0"/>
          </a:p>
        </p:txBody>
      </p:sp>
      <p:sp>
        <p:nvSpPr>
          <p:cNvPr id="5" name="Content Placeholder 2">
            <a:extLst>
              <a:ext uri="{FF2B5EF4-FFF2-40B4-BE49-F238E27FC236}">
                <a16:creationId xmlns:a16="http://schemas.microsoft.com/office/drawing/2014/main" id="{3F1D3E3B-E857-D613-8F44-9D5D27C3A0E0}"/>
              </a:ext>
            </a:extLst>
          </p:cNvPr>
          <p:cNvSpPr txBox="1">
            <a:spLocks/>
          </p:cNvSpPr>
          <p:nvPr/>
        </p:nvSpPr>
        <p:spPr>
          <a:xfrm>
            <a:off x="3332411" y="3532909"/>
            <a:ext cx="7965460" cy="2332926"/>
          </a:xfrm>
          <a:prstGeom prst="rect">
            <a:avLst/>
          </a:prstGeom>
        </p:spPr>
        <p:txBody>
          <a:bodyPr vert="horz" lIns="91440" tIns="0" rIns="91440" bIns="0" rtlCol="0">
            <a:normAutofit/>
          </a:bodyPr>
          <a:lstStyle>
            <a:lvl1pPr marL="347472" indent="-347472"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1pPr>
            <a:lvl2pPr marL="685800" indent="-347472"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2pPr>
            <a:lvl3pPr marL="1143000" indent="-347472"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What is a SQL?</a:t>
            </a:r>
          </a:p>
          <a:p>
            <a:endParaRPr lang="en-US" b="1" dirty="0"/>
          </a:p>
          <a:p>
            <a:endParaRPr lang="en-US" dirty="0"/>
          </a:p>
        </p:txBody>
      </p:sp>
      <p:sp>
        <p:nvSpPr>
          <p:cNvPr id="8" name="Rectangle 1">
            <a:extLst>
              <a:ext uri="{FF2B5EF4-FFF2-40B4-BE49-F238E27FC236}">
                <a16:creationId xmlns:a16="http://schemas.microsoft.com/office/drawing/2014/main" id="{DC55FB55-CB16-C4B6-2BD9-284FD03453C5}"/>
              </a:ext>
            </a:extLst>
          </p:cNvPr>
          <p:cNvSpPr>
            <a:spLocks noChangeArrowheads="1"/>
          </p:cNvSpPr>
          <p:nvPr/>
        </p:nvSpPr>
        <p:spPr bwMode="auto">
          <a:xfrm>
            <a:off x="3332411" y="4127687"/>
            <a:ext cx="796546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2060"/>
                </a:solidFill>
                <a:effectLst/>
                <a:latin typeface="Aptos Narrow" panose="020B0004020202020204" pitchFamily="34" charset="0"/>
              </a:rPr>
              <a:t>SQL (Structured Query Language)</a:t>
            </a:r>
            <a:r>
              <a:rPr kumimoji="0" lang="en-US" altLang="en-US" sz="1800" b="0" i="0" u="none" strike="noStrike" cap="none" normalizeH="0" baseline="0" dirty="0">
                <a:ln>
                  <a:noFill/>
                </a:ln>
                <a:solidFill>
                  <a:srgbClr val="002060"/>
                </a:solidFill>
                <a:effectLst/>
                <a:latin typeface="Aptos Narrow" panose="020B0004020202020204" pitchFamily="34" charset="0"/>
              </a:rPr>
              <a:t> is used to </a:t>
            </a:r>
            <a:r>
              <a:rPr kumimoji="0" lang="en-US" altLang="en-US" sz="1800" b="1" i="0" u="none" strike="noStrike" cap="none" normalizeH="0" baseline="0" dirty="0">
                <a:ln>
                  <a:noFill/>
                </a:ln>
                <a:solidFill>
                  <a:srgbClr val="002060"/>
                </a:solidFill>
                <a:effectLst/>
                <a:latin typeface="Aptos Narrow" panose="020B0004020202020204" pitchFamily="34" charset="0"/>
              </a:rPr>
              <a:t>interact with databases</a:t>
            </a:r>
            <a:r>
              <a:rPr kumimoji="0" lang="en-US" altLang="en-US" sz="1800" b="0" i="0" u="none" strike="noStrike" cap="none" normalizeH="0" baseline="0" dirty="0">
                <a:ln>
                  <a:noFill/>
                </a:ln>
                <a:solidFill>
                  <a:srgbClr val="002060"/>
                </a:solidFill>
                <a:effectLst/>
                <a:latin typeface="Aptos Narrow" panose="020B00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002060"/>
                </a:solidFill>
                <a:effectLst/>
                <a:latin typeface="Aptos Narrow" panose="020B0004020202020204" pitchFamily="34" charset="0"/>
              </a:rPr>
              <a:t>  It helps to </a:t>
            </a:r>
            <a:r>
              <a:rPr kumimoji="0" lang="en-US" altLang="en-US" sz="1800" b="1" i="0" u="none" strike="noStrike" cap="none" normalizeH="0" baseline="0" dirty="0">
                <a:ln>
                  <a:noFill/>
                </a:ln>
                <a:solidFill>
                  <a:srgbClr val="002060"/>
                </a:solidFill>
                <a:effectLst/>
                <a:latin typeface="Aptos Narrow" panose="020B0004020202020204" pitchFamily="34" charset="0"/>
              </a:rPr>
              <a:t>create, read, update, and delete data (CRUD operations)</a:t>
            </a:r>
            <a:r>
              <a:rPr kumimoji="0" lang="en-US" altLang="en-US" sz="1800" b="0" i="0" u="none" strike="noStrike" cap="none" normalizeH="0" baseline="0" dirty="0">
                <a:ln>
                  <a:noFill/>
                </a:ln>
                <a:solidFill>
                  <a:srgbClr val="002060"/>
                </a:solidFill>
                <a:effectLst/>
                <a:latin typeface="Aptos Narrow" panose="020B00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endParaRPr lang="en-US" altLang="en-US" dirty="0">
              <a:solidFill>
                <a:srgbClr val="002060"/>
              </a:solidFill>
              <a:latin typeface="Aptos Narrow"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002060"/>
                </a:solidFill>
                <a:effectLst/>
                <a:latin typeface="Aptos Narrow" panose="020B0004020202020204" pitchFamily="34" charset="0"/>
              </a:rPr>
              <a:t>WE USE DQL,DML,DDL,TCL in the SQL ,lets us learn about them in detail later</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rgbClr val="002060"/>
              </a:solidFill>
              <a:effectLst/>
              <a:latin typeface="Arial" panose="020B0604020202020204" pitchFamily="34" charset="0"/>
            </a:endParaRPr>
          </a:p>
        </p:txBody>
      </p:sp>
    </p:spTree>
    <p:extLst>
      <p:ext uri="{BB962C8B-B14F-4D97-AF65-F5344CB8AC3E}">
        <p14:creationId xmlns:p14="http://schemas.microsoft.com/office/powerpoint/2010/main" val="68568106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1000"/>
                                        <p:tgtEl>
                                          <p:spTgt spid="8"/>
                                        </p:tgtEl>
                                      </p:cBhvr>
                                    </p:animEffect>
                                    <p:anim calcmode="lin" valueType="num">
                                      <p:cBhvr>
                                        <p:cTn id="44" dur="1000" fill="hold"/>
                                        <p:tgtEl>
                                          <p:spTgt spid="8"/>
                                        </p:tgtEl>
                                        <p:attrNameLst>
                                          <p:attrName>ppt_x</p:attrName>
                                        </p:attrNameLst>
                                      </p:cBhvr>
                                      <p:tavLst>
                                        <p:tav tm="0">
                                          <p:val>
                                            <p:strVal val="#ppt_x"/>
                                          </p:val>
                                        </p:tav>
                                        <p:tav tm="100000">
                                          <p:val>
                                            <p:strVal val="#ppt_x"/>
                                          </p:val>
                                        </p:tav>
                                      </p:tavLst>
                                    </p:anim>
                                    <p:anim calcmode="lin" valueType="num">
                                      <p:cBhvr>
                                        <p:cTn id="4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54EDA75-0988-2AC2-87F8-8DEC83A7B9CA}"/>
              </a:ext>
            </a:extLst>
          </p:cNvPr>
          <p:cNvSpPr>
            <a:spLocks noGrp="1"/>
          </p:cNvSpPr>
          <p:nvPr>
            <p:ph type="title"/>
          </p:nvPr>
        </p:nvSpPr>
        <p:spPr>
          <a:xfrm>
            <a:off x="415636" y="415636"/>
            <a:ext cx="11010391" cy="1192385"/>
          </a:xfrm>
        </p:spPr>
        <p:txBody>
          <a:bodyPr/>
          <a:lstStyle/>
          <a:p>
            <a:r>
              <a:rPr lang="en-US" sz="2800" b="0" dirty="0" err="1"/>
              <a:t>enTities</a:t>
            </a:r>
            <a:r>
              <a:rPr lang="en-US" sz="2800" b="0" dirty="0"/>
              <a:t> and attributes of this database</a:t>
            </a:r>
          </a:p>
        </p:txBody>
      </p:sp>
      <p:sp>
        <p:nvSpPr>
          <p:cNvPr id="2" name="TextBox 1">
            <a:extLst>
              <a:ext uri="{FF2B5EF4-FFF2-40B4-BE49-F238E27FC236}">
                <a16:creationId xmlns:a16="http://schemas.microsoft.com/office/drawing/2014/main" id="{7337D6B8-B56B-C5C8-E31E-BA319EB40029}"/>
              </a:ext>
            </a:extLst>
          </p:cNvPr>
          <p:cNvSpPr txBox="1"/>
          <p:nvPr/>
        </p:nvSpPr>
        <p:spPr>
          <a:xfrm>
            <a:off x="514349" y="1331022"/>
            <a:ext cx="2254827" cy="5355312"/>
          </a:xfrm>
          <a:prstGeom prst="rect">
            <a:avLst/>
          </a:prstGeom>
          <a:noFill/>
        </p:spPr>
        <p:txBody>
          <a:bodyPr wrap="square" rtlCol="0">
            <a:spAutoFit/>
          </a:bodyPr>
          <a:lstStyle/>
          <a:p>
            <a:r>
              <a:rPr lang="en-US" b="1" dirty="0">
                <a:latin typeface="Aptos Narrow" panose="020B0004020202020204" pitchFamily="34" charset="0"/>
              </a:rPr>
              <a:t>1. Authors</a:t>
            </a:r>
          </a:p>
          <a:p>
            <a:r>
              <a:rPr lang="en-US" dirty="0" err="1">
                <a:latin typeface="Aptos Narrow" panose="020B0004020202020204" pitchFamily="34" charset="0"/>
              </a:rPr>
              <a:t>author_id</a:t>
            </a:r>
            <a:r>
              <a:rPr lang="en-US" dirty="0">
                <a:latin typeface="Aptos Narrow" panose="020B0004020202020204" pitchFamily="34" charset="0"/>
              </a:rPr>
              <a:t> (PK) </a:t>
            </a:r>
          </a:p>
          <a:p>
            <a:r>
              <a:rPr lang="en-US" dirty="0" err="1">
                <a:latin typeface="Aptos Narrow" panose="020B0004020202020204" pitchFamily="34" charset="0"/>
              </a:rPr>
              <a:t>first_name</a:t>
            </a:r>
            <a:r>
              <a:rPr lang="en-US" dirty="0">
                <a:latin typeface="Aptos Narrow" panose="020B0004020202020204" pitchFamily="34" charset="0"/>
              </a:rPr>
              <a:t> </a:t>
            </a:r>
          </a:p>
          <a:p>
            <a:r>
              <a:rPr lang="en-US" dirty="0" err="1">
                <a:latin typeface="Aptos Narrow" panose="020B0004020202020204" pitchFamily="34" charset="0"/>
              </a:rPr>
              <a:t>last_name</a:t>
            </a:r>
            <a:r>
              <a:rPr lang="en-US" dirty="0">
                <a:latin typeface="Aptos Narrow" panose="020B0004020202020204" pitchFamily="34" charset="0"/>
              </a:rPr>
              <a:t> </a:t>
            </a:r>
          </a:p>
          <a:p>
            <a:r>
              <a:rPr lang="en-US" dirty="0">
                <a:latin typeface="Aptos Narrow" panose="020B0004020202020204" pitchFamily="34" charset="0"/>
              </a:rPr>
              <a:t>bio </a:t>
            </a:r>
          </a:p>
          <a:p>
            <a:r>
              <a:rPr lang="en-US" dirty="0">
                <a:latin typeface="Aptos Narrow" panose="020B0004020202020204" pitchFamily="34" charset="0"/>
              </a:rPr>
              <a:t>country </a:t>
            </a:r>
          </a:p>
          <a:p>
            <a:endParaRPr lang="en-US" dirty="0">
              <a:latin typeface="Aptos Narrow" panose="020B0004020202020204" pitchFamily="34" charset="0"/>
            </a:endParaRPr>
          </a:p>
          <a:p>
            <a:r>
              <a:rPr lang="en-US" b="1" dirty="0">
                <a:latin typeface="Aptos Narrow" panose="020B0004020202020204" pitchFamily="34" charset="0"/>
              </a:rPr>
              <a:t>2. Categories</a:t>
            </a:r>
          </a:p>
          <a:p>
            <a:r>
              <a:rPr lang="en-US" dirty="0" err="1">
                <a:latin typeface="Aptos Narrow" panose="020B0004020202020204" pitchFamily="34" charset="0"/>
              </a:rPr>
              <a:t>category_id</a:t>
            </a:r>
            <a:r>
              <a:rPr lang="en-US" dirty="0">
                <a:latin typeface="Aptos Narrow" panose="020B0004020202020204" pitchFamily="34" charset="0"/>
              </a:rPr>
              <a:t> (PK) </a:t>
            </a:r>
          </a:p>
          <a:p>
            <a:r>
              <a:rPr lang="en-US" dirty="0" err="1">
                <a:latin typeface="Aptos Narrow" panose="020B0004020202020204" pitchFamily="34" charset="0"/>
              </a:rPr>
              <a:t>category_name</a:t>
            </a:r>
            <a:r>
              <a:rPr lang="en-US" dirty="0">
                <a:latin typeface="Aptos Narrow" panose="020B0004020202020204" pitchFamily="34" charset="0"/>
              </a:rPr>
              <a:t> </a:t>
            </a:r>
          </a:p>
          <a:p>
            <a:r>
              <a:rPr lang="en-US" dirty="0">
                <a:latin typeface="Aptos Narrow" panose="020B0004020202020204" pitchFamily="34" charset="0"/>
              </a:rPr>
              <a:t>description </a:t>
            </a:r>
          </a:p>
          <a:p>
            <a:endParaRPr lang="en-US" dirty="0">
              <a:latin typeface="Aptos Narrow" panose="020B0004020202020204" pitchFamily="34" charset="0"/>
            </a:endParaRPr>
          </a:p>
          <a:p>
            <a:r>
              <a:rPr lang="en-US" b="1" dirty="0">
                <a:latin typeface="Aptos Narrow" panose="020B0004020202020204" pitchFamily="34" charset="0"/>
              </a:rPr>
              <a:t>3. Publishers</a:t>
            </a:r>
          </a:p>
          <a:p>
            <a:r>
              <a:rPr lang="en-US" dirty="0" err="1">
                <a:latin typeface="Aptos Narrow" panose="020B0004020202020204" pitchFamily="34" charset="0"/>
              </a:rPr>
              <a:t>publisher_id</a:t>
            </a:r>
            <a:r>
              <a:rPr lang="en-US" dirty="0">
                <a:latin typeface="Aptos Narrow" panose="020B0004020202020204" pitchFamily="34" charset="0"/>
              </a:rPr>
              <a:t> (PK) </a:t>
            </a:r>
          </a:p>
          <a:p>
            <a:r>
              <a:rPr lang="en-US" dirty="0" err="1">
                <a:latin typeface="Aptos Narrow" panose="020B0004020202020204" pitchFamily="34" charset="0"/>
              </a:rPr>
              <a:t>publisher_name</a:t>
            </a:r>
            <a:r>
              <a:rPr lang="en-US" dirty="0">
                <a:latin typeface="Aptos Narrow" panose="020B0004020202020204" pitchFamily="34" charset="0"/>
              </a:rPr>
              <a:t> </a:t>
            </a:r>
          </a:p>
          <a:p>
            <a:r>
              <a:rPr lang="en-US" dirty="0">
                <a:latin typeface="Aptos Narrow" panose="020B0004020202020204" pitchFamily="34" charset="0"/>
              </a:rPr>
              <a:t>country </a:t>
            </a:r>
          </a:p>
          <a:p>
            <a:r>
              <a:rPr lang="en-US" dirty="0">
                <a:latin typeface="Aptos Narrow" panose="020B0004020202020204" pitchFamily="34" charset="0"/>
              </a:rPr>
              <a:t>website </a:t>
            </a:r>
          </a:p>
          <a:p>
            <a:endParaRPr lang="en-US" dirty="0">
              <a:latin typeface="Aptos Narrow" panose="020B0004020202020204" pitchFamily="34" charset="0"/>
            </a:endParaRPr>
          </a:p>
          <a:p>
            <a:endParaRPr lang="en-IN" dirty="0"/>
          </a:p>
        </p:txBody>
      </p:sp>
      <p:sp>
        <p:nvSpPr>
          <p:cNvPr id="3" name="TextBox 2">
            <a:extLst>
              <a:ext uri="{FF2B5EF4-FFF2-40B4-BE49-F238E27FC236}">
                <a16:creationId xmlns:a16="http://schemas.microsoft.com/office/drawing/2014/main" id="{B09B4946-BDE4-4FC3-0AD3-013489576BD2}"/>
              </a:ext>
            </a:extLst>
          </p:cNvPr>
          <p:cNvSpPr txBox="1"/>
          <p:nvPr/>
        </p:nvSpPr>
        <p:spPr>
          <a:xfrm>
            <a:off x="2769176" y="1244970"/>
            <a:ext cx="2441863" cy="5078313"/>
          </a:xfrm>
          <a:prstGeom prst="rect">
            <a:avLst/>
          </a:prstGeom>
          <a:noFill/>
        </p:spPr>
        <p:txBody>
          <a:bodyPr wrap="square" rtlCol="0">
            <a:spAutoFit/>
          </a:bodyPr>
          <a:lstStyle/>
          <a:p>
            <a:r>
              <a:rPr lang="en-US" b="1" dirty="0">
                <a:latin typeface="Aptos Narrow" panose="020B0004020202020204" pitchFamily="34" charset="0"/>
              </a:rPr>
              <a:t>4. Books</a:t>
            </a:r>
          </a:p>
          <a:p>
            <a:r>
              <a:rPr lang="en-US" dirty="0" err="1">
                <a:latin typeface="Aptos Narrow" panose="020B0004020202020204" pitchFamily="34" charset="0"/>
              </a:rPr>
              <a:t>book_id</a:t>
            </a:r>
            <a:r>
              <a:rPr lang="en-US" dirty="0">
                <a:latin typeface="Aptos Narrow" panose="020B0004020202020204" pitchFamily="34" charset="0"/>
              </a:rPr>
              <a:t> (PK) </a:t>
            </a:r>
          </a:p>
          <a:p>
            <a:r>
              <a:rPr lang="en-US" dirty="0">
                <a:latin typeface="Aptos Narrow" panose="020B0004020202020204" pitchFamily="34" charset="0"/>
              </a:rPr>
              <a:t>title </a:t>
            </a:r>
          </a:p>
          <a:p>
            <a:r>
              <a:rPr lang="en-US" dirty="0" err="1">
                <a:latin typeface="Aptos Narrow" panose="020B0004020202020204" pitchFamily="34" charset="0"/>
              </a:rPr>
              <a:t>author_id</a:t>
            </a:r>
            <a:r>
              <a:rPr lang="en-US" dirty="0">
                <a:latin typeface="Aptos Narrow" panose="020B0004020202020204" pitchFamily="34" charset="0"/>
              </a:rPr>
              <a:t> (FK) </a:t>
            </a:r>
          </a:p>
          <a:p>
            <a:r>
              <a:rPr lang="en-US" dirty="0" err="1">
                <a:latin typeface="Aptos Narrow" panose="020B0004020202020204" pitchFamily="34" charset="0"/>
              </a:rPr>
              <a:t>category_id</a:t>
            </a:r>
            <a:r>
              <a:rPr lang="en-US" dirty="0">
                <a:latin typeface="Aptos Narrow" panose="020B0004020202020204" pitchFamily="34" charset="0"/>
              </a:rPr>
              <a:t> (FK) </a:t>
            </a:r>
          </a:p>
          <a:p>
            <a:r>
              <a:rPr lang="en-US" dirty="0" err="1">
                <a:latin typeface="Aptos Narrow" panose="020B0004020202020204" pitchFamily="34" charset="0"/>
              </a:rPr>
              <a:t>publisher_id</a:t>
            </a:r>
            <a:r>
              <a:rPr lang="en-US" dirty="0">
                <a:latin typeface="Aptos Narrow" panose="020B0004020202020204" pitchFamily="34" charset="0"/>
              </a:rPr>
              <a:t> (FK) </a:t>
            </a:r>
          </a:p>
          <a:p>
            <a:r>
              <a:rPr lang="en-US" dirty="0">
                <a:latin typeface="Aptos Narrow" panose="020B0004020202020204" pitchFamily="34" charset="0"/>
              </a:rPr>
              <a:t>price </a:t>
            </a:r>
          </a:p>
          <a:p>
            <a:r>
              <a:rPr lang="en-US" dirty="0" err="1">
                <a:latin typeface="Aptos Narrow" panose="020B0004020202020204" pitchFamily="34" charset="0"/>
              </a:rPr>
              <a:t>stock_quantity</a:t>
            </a:r>
            <a:r>
              <a:rPr lang="en-US" dirty="0">
                <a:latin typeface="Aptos Narrow" panose="020B0004020202020204" pitchFamily="34" charset="0"/>
              </a:rPr>
              <a:t> </a:t>
            </a:r>
          </a:p>
          <a:p>
            <a:r>
              <a:rPr lang="en-US" dirty="0" err="1">
                <a:latin typeface="Aptos Narrow" panose="020B0004020202020204" pitchFamily="34" charset="0"/>
              </a:rPr>
              <a:t>published_date</a:t>
            </a:r>
            <a:r>
              <a:rPr lang="en-US" dirty="0">
                <a:latin typeface="Aptos Narrow" panose="020B0004020202020204" pitchFamily="34" charset="0"/>
              </a:rPr>
              <a:t> </a:t>
            </a:r>
          </a:p>
          <a:p>
            <a:r>
              <a:rPr lang="en-US" dirty="0" err="1">
                <a:latin typeface="Aptos Narrow" panose="020B0004020202020204" pitchFamily="34" charset="0"/>
              </a:rPr>
              <a:t>isbn</a:t>
            </a:r>
            <a:r>
              <a:rPr lang="en-US" dirty="0">
                <a:latin typeface="Aptos Narrow" panose="020B0004020202020204" pitchFamily="34" charset="0"/>
              </a:rPr>
              <a:t> </a:t>
            </a:r>
          </a:p>
          <a:p>
            <a:r>
              <a:rPr lang="en-US" dirty="0">
                <a:latin typeface="Aptos Narrow" panose="020B0004020202020204" pitchFamily="34" charset="0"/>
              </a:rPr>
              <a:t>language </a:t>
            </a:r>
          </a:p>
          <a:p>
            <a:r>
              <a:rPr lang="en-US" dirty="0">
                <a:latin typeface="Aptos Narrow" panose="020B0004020202020204" pitchFamily="34" charset="0"/>
              </a:rPr>
              <a:t>pages </a:t>
            </a:r>
          </a:p>
          <a:p>
            <a:endParaRPr lang="en-US" b="1" dirty="0">
              <a:latin typeface="Aptos Narrow" panose="020B0004020202020204" pitchFamily="34" charset="0"/>
            </a:endParaRPr>
          </a:p>
          <a:p>
            <a:br>
              <a:rPr lang="en-US" dirty="0"/>
            </a:br>
            <a:endParaRPr lang="en-US" dirty="0"/>
          </a:p>
          <a:p>
            <a:br>
              <a:rPr lang="en-US" dirty="0"/>
            </a:br>
            <a:endParaRPr lang="en-US" dirty="0"/>
          </a:p>
          <a:p>
            <a:endParaRPr lang="en-US" dirty="0"/>
          </a:p>
        </p:txBody>
      </p:sp>
      <p:sp>
        <p:nvSpPr>
          <p:cNvPr id="4" name="TextBox 3">
            <a:extLst>
              <a:ext uri="{FF2B5EF4-FFF2-40B4-BE49-F238E27FC236}">
                <a16:creationId xmlns:a16="http://schemas.microsoft.com/office/drawing/2014/main" id="{B10D7FF4-FEFE-3AF5-A9DF-01D9BA592C2D}"/>
              </a:ext>
            </a:extLst>
          </p:cNvPr>
          <p:cNvSpPr txBox="1"/>
          <p:nvPr/>
        </p:nvSpPr>
        <p:spPr>
          <a:xfrm>
            <a:off x="4956995" y="1331022"/>
            <a:ext cx="2067791" cy="5909310"/>
          </a:xfrm>
          <a:prstGeom prst="rect">
            <a:avLst/>
          </a:prstGeom>
          <a:noFill/>
        </p:spPr>
        <p:txBody>
          <a:bodyPr wrap="square" rtlCol="0">
            <a:spAutoFit/>
          </a:bodyPr>
          <a:lstStyle/>
          <a:p>
            <a:r>
              <a:rPr lang="en-US" b="1" dirty="0">
                <a:latin typeface="Aptos Narrow" panose="020B0004020202020204" pitchFamily="34" charset="0"/>
              </a:rPr>
              <a:t>5. Customers</a:t>
            </a:r>
          </a:p>
          <a:p>
            <a:r>
              <a:rPr lang="en-US" dirty="0" err="1">
                <a:latin typeface="Aptos Narrow" panose="020B0004020202020204" pitchFamily="34" charset="0"/>
              </a:rPr>
              <a:t>customer_id</a:t>
            </a:r>
            <a:r>
              <a:rPr lang="en-US" dirty="0">
                <a:latin typeface="Aptos Narrow" panose="020B0004020202020204" pitchFamily="34" charset="0"/>
              </a:rPr>
              <a:t> (PK) </a:t>
            </a:r>
          </a:p>
          <a:p>
            <a:r>
              <a:rPr lang="en-US" dirty="0" err="1">
                <a:latin typeface="Aptos Narrow" panose="020B0004020202020204" pitchFamily="34" charset="0"/>
              </a:rPr>
              <a:t>first_name</a:t>
            </a:r>
            <a:r>
              <a:rPr lang="en-US" dirty="0">
                <a:latin typeface="Aptos Narrow" panose="020B0004020202020204" pitchFamily="34" charset="0"/>
              </a:rPr>
              <a:t> </a:t>
            </a:r>
          </a:p>
          <a:p>
            <a:r>
              <a:rPr lang="en-US" dirty="0" err="1">
                <a:latin typeface="Aptos Narrow" panose="020B0004020202020204" pitchFamily="34" charset="0"/>
              </a:rPr>
              <a:t>last_name</a:t>
            </a:r>
            <a:r>
              <a:rPr lang="en-US" dirty="0">
                <a:latin typeface="Aptos Narrow" panose="020B0004020202020204" pitchFamily="34" charset="0"/>
              </a:rPr>
              <a:t> </a:t>
            </a:r>
          </a:p>
          <a:p>
            <a:r>
              <a:rPr lang="en-US" dirty="0">
                <a:latin typeface="Aptos Narrow" panose="020B0004020202020204" pitchFamily="34" charset="0"/>
              </a:rPr>
              <a:t>email </a:t>
            </a:r>
          </a:p>
          <a:p>
            <a:r>
              <a:rPr lang="en-US" dirty="0">
                <a:latin typeface="Aptos Narrow" panose="020B0004020202020204" pitchFamily="34" charset="0"/>
              </a:rPr>
              <a:t>phone </a:t>
            </a:r>
          </a:p>
          <a:p>
            <a:r>
              <a:rPr lang="en-US" dirty="0">
                <a:latin typeface="Aptos Narrow" panose="020B0004020202020204" pitchFamily="34" charset="0"/>
              </a:rPr>
              <a:t>address </a:t>
            </a:r>
          </a:p>
          <a:p>
            <a:r>
              <a:rPr lang="en-US" dirty="0">
                <a:latin typeface="Aptos Narrow" panose="020B0004020202020204" pitchFamily="34" charset="0"/>
              </a:rPr>
              <a:t>city </a:t>
            </a:r>
          </a:p>
          <a:p>
            <a:r>
              <a:rPr lang="en-US" dirty="0">
                <a:latin typeface="Aptos Narrow" panose="020B0004020202020204" pitchFamily="34" charset="0"/>
              </a:rPr>
              <a:t>country </a:t>
            </a:r>
          </a:p>
          <a:p>
            <a:r>
              <a:rPr lang="en-US" dirty="0" err="1">
                <a:latin typeface="Aptos Narrow" panose="020B0004020202020204" pitchFamily="34" charset="0"/>
              </a:rPr>
              <a:t>registration_date</a:t>
            </a:r>
            <a:endParaRPr lang="en-US" dirty="0">
              <a:latin typeface="Aptos Narrow" panose="020B0004020202020204" pitchFamily="34" charset="0"/>
            </a:endParaRPr>
          </a:p>
          <a:p>
            <a:endParaRPr lang="en-US" dirty="0">
              <a:latin typeface="Aptos Narrow" panose="020B0004020202020204" pitchFamily="34" charset="0"/>
            </a:endParaRPr>
          </a:p>
          <a:p>
            <a:r>
              <a:rPr lang="en-US" b="1" dirty="0">
                <a:latin typeface="Aptos Narrow" panose="020B0004020202020204" pitchFamily="34" charset="0"/>
              </a:rPr>
              <a:t>6. Orders</a:t>
            </a:r>
          </a:p>
          <a:p>
            <a:r>
              <a:rPr lang="en-US" dirty="0" err="1">
                <a:latin typeface="Aptos Narrow" panose="020B0004020202020204" pitchFamily="34" charset="0"/>
              </a:rPr>
              <a:t>order_id</a:t>
            </a:r>
            <a:r>
              <a:rPr lang="en-US" dirty="0">
                <a:latin typeface="Aptos Narrow" panose="020B0004020202020204" pitchFamily="34" charset="0"/>
              </a:rPr>
              <a:t> (PK) </a:t>
            </a:r>
          </a:p>
          <a:p>
            <a:r>
              <a:rPr lang="en-US" dirty="0" err="1">
                <a:latin typeface="Aptos Narrow" panose="020B0004020202020204" pitchFamily="34" charset="0"/>
              </a:rPr>
              <a:t>customer_id</a:t>
            </a:r>
            <a:r>
              <a:rPr lang="en-US" dirty="0">
                <a:latin typeface="Aptos Narrow" panose="020B0004020202020204" pitchFamily="34" charset="0"/>
              </a:rPr>
              <a:t> (FK) </a:t>
            </a:r>
          </a:p>
          <a:p>
            <a:r>
              <a:rPr lang="en-US" dirty="0" err="1">
                <a:latin typeface="Aptos Narrow" panose="020B0004020202020204" pitchFamily="34" charset="0"/>
              </a:rPr>
              <a:t>order_date</a:t>
            </a:r>
            <a:r>
              <a:rPr lang="en-US" dirty="0">
                <a:latin typeface="Aptos Narrow" panose="020B0004020202020204" pitchFamily="34" charset="0"/>
              </a:rPr>
              <a:t> </a:t>
            </a:r>
          </a:p>
          <a:p>
            <a:r>
              <a:rPr lang="en-US" dirty="0" err="1">
                <a:latin typeface="Aptos Narrow" panose="020B0004020202020204" pitchFamily="34" charset="0"/>
              </a:rPr>
              <a:t>total_amount</a:t>
            </a:r>
            <a:r>
              <a:rPr lang="en-US" dirty="0">
                <a:latin typeface="Aptos Narrow" panose="020B0004020202020204" pitchFamily="34" charset="0"/>
              </a:rPr>
              <a:t> </a:t>
            </a:r>
          </a:p>
          <a:p>
            <a:r>
              <a:rPr lang="en-US" dirty="0">
                <a:latin typeface="Aptos Narrow" panose="020B0004020202020204" pitchFamily="34" charset="0"/>
              </a:rPr>
              <a:t>status </a:t>
            </a:r>
          </a:p>
          <a:p>
            <a:r>
              <a:rPr lang="en-US" dirty="0" err="1">
                <a:latin typeface="Aptos Narrow" panose="020B0004020202020204" pitchFamily="34" charset="0"/>
              </a:rPr>
              <a:t>shipping_address</a:t>
            </a:r>
            <a:r>
              <a:rPr lang="en-US" dirty="0">
                <a:latin typeface="Aptos Narrow" panose="020B0004020202020204" pitchFamily="34" charset="0"/>
              </a:rPr>
              <a:t> </a:t>
            </a:r>
          </a:p>
          <a:p>
            <a:br>
              <a:rPr lang="en-US" dirty="0">
                <a:latin typeface="Aptos Narrow" panose="020B0004020202020204" pitchFamily="34" charset="0"/>
              </a:rPr>
            </a:br>
            <a:r>
              <a:rPr lang="en-US" dirty="0">
                <a:latin typeface="Aptos Narrow" panose="020B0004020202020204" pitchFamily="34" charset="0"/>
              </a:rPr>
              <a:t> </a:t>
            </a:r>
          </a:p>
          <a:p>
            <a:endParaRPr lang="en-IN" dirty="0"/>
          </a:p>
        </p:txBody>
      </p:sp>
      <p:sp>
        <p:nvSpPr>
          <p:cNvPr id="5" name="TextBox 4">
            <a:extLst>
              <a:ext uri="{FF2B5EF4-FFF2-40B4-BE49-F238E27FC236}">
                <a16:creationId xmlns:a16="http://schemas.microsoft.com/office/drawing/2014/main" id="{804A70BC-35CB-4F32-8D3B-9248FF433EF4}"/>
              </a:ext>
            </a:extLst>
          </p:cNvPr>
          <p:cNvSpPr txBox="1"/>
          <p:nvPr/>
        </p:nvSpPr>
        <p:spPr>
          <a:xfrm>
            <a:off x="9533827" y="1521968"/>
            <a:ext cx="2441863" cy="4524315"/>
          </a:xfrm>
          <a:prstGeom prst="rect">
            <a:avLst/>
          </a:prstGeom>
          <a:noFill/>
        </p:spPr>
        <p:txBody>
          <a:bodyPr wrap="square" rtlCol="0">
            <a:spAutoFit/>
          </a:bodyPr>
          <a:lstStyle/>
          <a:p>
            <a:r>
              <a:rPr lang="en-US" b="1" dirty="0"/>
              <a:t>8</a:t>
            </a:r>
            <a:r>
              <a:rPr lang="en-US" b="1" dirty="0">
                <a:latin typeface="Aptos Narrow" panose="020B0004020202020204" pitchFamily="34" charset="0"/>
              </a:rPr>
              <a:t>. Payments</a:t>
            </a:r>
          </a:p>
          <a:p>
            <a:r>
              <a:rPr lang="en-US" dirty="0" err="1">
                <a:latin typeface="Aptos Narrow" panose="020B0004020202020204" pitchFamily="34" charset="0"/>
              </a:rPr>
              <a:t>payment_id</a:t>
            </a:r>
            <a:r>
              <a:rPr lang="en-US" dirty="0">
                <a:latin typeface="Aptos Narrow" panose="020B0004020202020204" pitchFamily="34" charset="0"/>
              </a:rPr>
              <a:t> (PK) </a:t>
            </a:r>
          </a:p>
          <a:p>
            <a:r>
              <a:rPr lang="en-US" dirty="0" err="1">
                <a:latin typeface="Aptos Narrow" panose="020B0004020202020204" pitchFamily="34" charset="0"/>
              </a:rPr>
              <a:t>order_id</a:t>
            </a:r>
            <a:r>
              <a:rPr lang="en-US" dirty="0">
                <a:latin typeface="Aptos Narrow" panose="020B0004020202020204" pitchFamily="34" charset="0"/>
              </a:rPr>
              <a:t> (FK) </a:t>
            </a:r>
          </a:p>
          <a:p>
            <a:r>
              <a:rPr lang="en-US" dirty="0" err="1">
                <a:latin typeface="Aptos Narrow" panose="020B0004020202020204" pitchFamily="34" charset="0"/>
              </a:rPr>
              <a:t>payment_date</a:t>
            </a:r>
            <a:r>
              <a:rPr lang="en-US" dirty="0">
                <a:latin typeface="Aptos Narrow" panose="020B0004020202020204" pitchFamily="34" charset="0"/>
              </a:rPr>
              <a:t> </a:t>
            </a:r>
          </a:p>
          <a:p>
            <a:r>
              <a:rPr lang="en-US" dirty="0">
                <a:latin typeface="Aptos Narrow" panose="020B0004020202020204" pitchFamily="34" charset="0"/>
              </a:rPr>
              <a:t>amount </a:t>
            </a:r>
          </a:p>
          <a:p>
            <a:r>
              <a:rPr lang="en-US" dirty="0" err="1">
                <a:latin typeface="Aptos Narrow" panose="020B0004020202020204" pitchFamily="34" charset="0"/>
              </a:rPr>
              <a:t>payment_method</a:t>
            </a:r>
            <a:r>
              <a:rPr lang="en-US" dirty="0">
                <a:latin typeface="Aptos Narrow" panose="020B0004020202020204" pitchFamily="34" charset="0"/>
              </a:rPr>
              <a:t> </a:t>
            </a:r>
          </a:p>
          <a:p>
            <a:r>
              <a:rPr lang="en-US" dirty="0" err="1">
                <a:latin typeface="Aptos Narrow" panose="020B0004020202020204" pitchFamily="34" charset="0"/>
              </a:rPr>
              <a:t>payment_status</a:t>
            </a:r>
            <a:r>
              <a:rPr lang="en-US" dirty="0">
                <a:latin typeface="Aptos Narrow" panose="020B0004020202020204" pitchFamily="34" charset="0"/>
              </a:rPr>
              <a:t> </a:t>
            </a:r>
          </a:p>
          <a:p>
            <a:br>
              <a:rPr lang="en-US" dirty="0">
                <a:latin typeface="Aptos Narrow" panose="020B0004020202020204" pitchFamily="34" charset="0"/>
              </a:rPr>
            </a:br>
            <a:endParaRPr lang="en-US" dirty="0">
              <a:latin typeface="Aptos Narrow" panose="020B0004020202020204" pitchFamily="34" charset="0"/>
            </a:endParaRPr>
          </a:p>
          <a:p>
            <a:r>
              <a:rPr lang="en-US" b="1" dirty="0">
                <a:latin typeface="Aptos Narrow" panose="020B0004020202020204" pitchFamily="34" charset="0"/>
              </a:rPr>
              <a:t>9. Reviews</a:t>
            </a:r>
          </a:p>
          <a:p>
            <a:r>
              <a:rPr lang="en-US" dirty="0" err="1">
                <a:latin typeface="Aptos Narrow" panose="020B0004020202020204" pitchFamily="34" charset="0"/>
              </a:rPr>
              <a:t>review_id</a:t>
            </a:r>
            <a:r>
              <a:rPr lang="en-US" dirty="0">
                <a:latin typeface="Aptos Narrow" panose="020B0004020202020204" pitchFamily="34" charset="0"/>
              </a:rPr>
              <a:t> (PK) </a:t>
            </a:r>
          </a:p>
          <a:p>
            <a:r>
              <a:rPr lang="en-US" dirty="0" err="1">
                <a:latin typeface="Aptos Narrow" panose="020B0004020202020204" pitchFamily="34" charset="0"/>
              </a:rPr>
              <a:t>book_id</a:t>
            </a:r>
            <a:r>
              <a:rPr lang="en-US" dirty="0">
                <a:latin typeface="Aptos Narrow" panose="020B0004020202020204" pitchFamily="34" charset="0"/>
              </a:rPr>
              <a:t> (FK) </a:t>
            </a:r>
          </a:p>
          <a:p>
            <a:r>
              <a:rPr lang="en-US" dirty="0" err="1">
                <a:latin typeface="Aptos Narrow" panose="020B0004020202020204" pitchFamily="34" charset="0"/>
              </a:rPr>
              <a:t>customer_id</a:t>
            </a:r>
            <a:r>
              <a:rPr lang="en-US" dirty="0">
                <a:latin typeface="Aptos Narrow" panose="020B0004020202020204" pitchFamily="34" charset="0"/>
              </a:rPr>
              <a:t> (FK) </a:t>
            </a:r>
          </a:p>
          <a:p>
            <a:r>
              <a:rPr lang="en-US" dirty="0">
                <a:latin typeface="Aptos Narrow" panose="020B0004020202020204" pitchFamily="34" charset="0"/>
              </a:rPr>
              <a:t>rating </a:t>
            </a:r>
          </a:p>
          <a:p>
            <a:r>
              <a:rPr lang="en-US" dirty="0" err="1">
                <a:latin typeface="Aptos Narrow" panose="020B0004020202020204" pitchFamily="34" charset="0"/>
              </a:rPr>
              <a:t>review_text</a:t>
            </a:r>
            <a:r>
              <a:rPr lang="en-US" dirty="0">
                <a:latin typeface="Aptos Narrow" panose="020B0004020202020204" pitchFamily="34" charset="0"/>
              </a:rPr>
              <a:t> </a:t>
            </a:r>
          </a:p>
          <a:p>
            <a:r>
              <a:rPr lang="en-US" dirty="0" err="1">
                <a:latin typeface="Aptos Narrow" panose="020B0004020202020204" pitchFamily="34" charset="0"/>
              </a:rPr>
              <a:t>review_date</a:t>
            </a:r>
            <a:endParaRPr lang="en-IN" dirty="0">
              <a:latin typeface="Aptos Narrow" panose="020B0004020202020204" pitchFamily="34" charset="0"/>
            </a:endParaRPr>
          </a:p>
        </p:txBody>
      </p:sp>
      <p:sp>
        <p:nvSpPr>
          <p:cNvPr id="6" name="TextBox 5">
            <a:extLst>
              <a:ext uri="{FF2B5EF4-FFF2-40B4-BE49-F238E27FC236}">
                <a16:creationId xmlns:a16="http://schemas.microsoft.com/office/drawing/2014/main" id="{7F8BB56A-8D92-9D3D-CA14-C21C0D90DF06}"/>
              </a:ext>
            </a:extLst>
          </p:cNvPr>
          <p:cNvSpPr txBox="1"/>
          <p:nvPr/>
        </p:nvSpPr>
        <p:spPr>
          <a:xfrm>
            <a:off x="7024786" y="2015836"/>
            <a:ext cx="2306250" cy="2308324"/>
          </a:xfrm>
          <a:prstGeom prst="rect">
            <a:avLst/>
          </a:prstGeom>
          <a:noFill/>
        </p:spPr>
        <p:txBody>
          <a:bodyPr wrap="square" rtlCol="0">
            <a:spAutoFit/>
          </a:bodyPr>
          <a:lstStyle/>
          <a:p>
            <a:endParaRPr lang="en-US" dirty="0"/>
          </a:p>
          <a:p>
            <a:r>
              <a:rPr lang="en-US" b="1" dirty="0">
                <a:latin typeface="Aptos Narrow" panose="020B0004020202020204" pitchFamily="34" charset="0"/>
              </a:rPr>
              <a:t>7. </a:t>
            </a:r>
            <a:r>
              <a:rPr lang="en-US" b="1" dirty="0" err="1">
                <a:latin typeface="Aptos Narrow" panose="020B0004020202020204" pitchFamily="34" charset="0"/>
              </a:rPr>
              <a:t>Order_Items</a:t>
            </a:r>
            <a:endParaRPr lang="en-US" b="1" dirty="0">
              <a:latin typeface="Aptos Narrow" panose="020B0004020202020204" pitchFamily="34" charset="0"/>
            </a:endParaRPr>
          </a:p>
          <a:p>
            <a:r>
              <a:rPr lang="en-US" dirty="0" err="1">
                <a:latin typeface="Aptos Narrow" panose="020B0004020202020204" pitchFamily="34" charset="0"/>
              </a:rPr>
              <a:t>order_item_id</a:t>
            </a:r>
            <a:r>
              <a:rPr lang="en-US" dirty="0">
                <a:latin typeface="Aptos Narrow" panose="020B0004020202020204" pitchFamily="34" charset="0"/>
              </a:rPr>
              <a:t> (PK) </a:t>
            </a:r>
          </a:p>
          <a:p>
            <a:r>
              <a:rPr lang="en-US" dirty="0" err="1">
                <a:latin typeface="Aptos Narrow" panose="020B0004020202020204" pitchFamily="34" charset="0"/>
              </a:rPr>
              <a:t>order_id</a:t>
            </a:r>
            <a:r>
              <a:rPr lang="en-US" dirty="0">
                <a:latin typeface="Aptos Narrow" panose="020B0004020202020204" pitchFamily="34" charset="0"/>
              </a:rPr>
              <a:t> (FK) </a:t>
            </a:r>
          </a:p>
          <a:p>
            <a:r>
              <a:rPr lang="en-US" dirty="0" err="1">
                <a:latin typeface="Aptos Narrow" panose="020B0004020202020204" pitchFamily="34" charset="0"/>
              </a:rPr>
              <a:t>book_id</a:t>
            </a:r>
            <a:r>
              <a:rPr lang="en-US" dirty="0">
                <a:latin typeface="Aptos Narrow" panose="020B0004020202020204" pitchFamily="34" charset="0"/>
              </a:rPr>
              <a:t> (FK) </a:t>
            </a:r>
          </a:p>
          <a:p>
            <a:r>
              <a:rPr lang="en-US" dirty="0">
                <a:latin typeface="Aptos Narrow" panose="020B0004020202020204" pitchFamily="34" charset="0"/>
              </a:rPr>
              <a:t>quantity </a:t>
            </a:r>
          </a:p>
          <a:p>
            <a:r>
              <a:rPr lang="en-US" dirty="0" err="1">
                <a:latin typeface="Aptos Narrow" panose="020B0004020202020204" pitchFamily="34" charset="0"/>
              </a:rPr>
              <a:t>unit_price</a:t>
            </a:r>
            <a:r>
              <a:rPr lang="en-US" dirty="0">
                <a:latin typeface="Aptos Narrow" panose="020B0004020202020204" pitchFamily="34" charset="0"/>
              </a:rPr>
              <a:t> </a:t>
            </a:r>
          </a:p>
          <a:p>
            <a:endParaRPr lang="en-IN" dirty="0"/>
          </a:p>
        </p:txBody>
      </p:sp>
      <p:sp>
        <p:nvSpPr>
          <p:cNvPr id="7" name="TextBox 6">
            <a:extLst>
              <a:ext uri="{FF2B5EF4-FFF2-40B4-BE49-F238E27FC236}">
                <a16:creationId xmlns:a16="http://schemas.microsoft.com/office/drawing/2014/main" id="{C84772C0-71D8-7357-3308-9717EBB0A10D}"/>
              </a:ext>
            </a:extLst>
          </p:cNvPr>
          <p:cNvSpPr txBox="1"/>
          <p:nvPr/>
        </p:nvSpPr>
        <p:spPr>
          <a:xfrm>
            <a:off x="280555" y="228600"/>
            <a:ext cx="7928263" cy="369332"/>
          </a:xfrm>
          <a:prstGeom prst="rect">
            <a:avLst/>
          </a:prstGeom>
          <a:noFill/>
        </p:spPr>
        <p:txBody>
          <a:bodyPr wrap="square" rtlCol="0">
            <a:spAutoFit/>
          </a:bodyPr>
          <a:lstStyle/>
          <a:p>
            <a:r>
              <a:rPr lang="en-IN" dirty="0"/>
              <a:t>IN ONLINE BOOKSTORE DATABASE,</a:t>
            </a:r>
          </a:p>
        </p:txBody>
      </p:sp>
    </p:spTree>
    <p:extLst>
      <p:ext uri="{BB962C8B-B14F-4D97-AF65-F5344CB8AC3E}">
        <p14:creationId xmlns:p14="http://schemas.microsoft.com/office/powerpoint/2010/main" val="290649191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5E508-1F1A-B0DC-E110-33C57F40FDE2}"/>
              </a:ext>
            </a:extLst>
          </p:cNvPr>
          <p:cNvSpPr>
            <a:spLocks noGrp="1"/>
          </p:cNvSpPr>
          <p:nvPr>
            <p:ph type="title"/>
          </p:nvPr>
        </p:nvSpPr>
        <p:spPr>
          <a:xfrm>
            <a:off x="688258" y="-10391"/>
            <a:ext cx="10432026" cy="1494564"/>
          </a:xfrm>
        </p:spPr>
        <p:txBody>
          <a:bodyPr/>
          <a:lstStyle/>
          <a:p>
            <a:r>
              <a:rPr lang="en-IN" sz="2800" dirty="0"/>
              <a:t>Creating a database and inserting values into it :</a:t>
            </a:r>
          </a:p>
        </p:txBody>
      </p:sp>
      <p:sp>
        <p:nvSpPr>
          <p:cNvPr id="3" name="Content Placeholder 2">
            <a:extLst>
              <a:ext uri="{FF2B5EF4-FFF2-40B4-BE49-F238E27FC236}">
                <a16:creationId xmlns:a16="http://schemas.microsoft.com/office/drawing/2014/main" id="{0396E19E-080E-F7D5-FD6E-AB68C5CDC532}"/>
              </a:ext>
            </a:extLst>
          </p:cNvPr>
          <p:cNvSpPr>
            <a:spLocks noGrp="1"/>
          </p:cNvSpPr>
          <p:nvPr>
            <p:ph idx="1"/>
          </p:nvPr>
        </p:nvSpPr>
        <p:spPr>
          <a:xfrm>
            <a:off x="789709" y="1833686"/>
            <a:ext cx="10104433" cy="4639850"/>
          </a:xfrm>
        </p:spPr>
        <p:txBody>
          <a:bodyPr>
            <a:normAutofit fontScale="92500" lnSpcReduction="20000"/>
          </a:bodyPr>
          <a:lstStyle/>
          <a:p>
            <a:r>
              <a:rPr lang="en-US" sz="1600" dirty="0">
                <a:latin typeface="Aptos Narrow" panose="020B0004020202020204" pitchFamily="34" charset="0"/>
              </a:rPr>
              <a:t>CREATE DATABASE IF NOT EXISTS </a:t>
            </a:r>
            <a:r>
              <a:rPr lang="en-US" sz="1600" dirty="0" err="1">
                <a:latin typeface="Aptos Narrow" panose="020B0004020202020204" pitchFamily="34" charset="0"/>
              </a:rPr>
              <a:t>OnlineBookStore</a:t>
            </a:r>
            <a:r>
              <a:rPr lang="en-US" sz="1600" dirty="0">
                <a:latin typeface="Aptos Narrow" panose="020B0004020202020204" pitchFamily="34" charset="0"/>
              </a:rPr>
              <a:t>;</a:t>
            </a:r>
          </a:p>
          <a:p>
            <a:endParaRPr lang="en-US" sz="1600" dirty="0">
              <a:latin typeface="Aptos Narrow" panose="020B0004020202020204" pitchFamily="34" charset="0"/>
            </a:endParaRPr>
          </a:p>
          <a:p>
            <a:r>
              <a:rPr lang="en-US" sz="1600" dirty="0">
                <a:latin typeface="Aptos Narrow" panose="020B0004020202020204" pitchFamily="34" charset="0"/>
              </a:rPr>
              <a:t>USE </a:t>
            </a:r>
            <a:r>
              <a:rPr lang="en-US" sz="1600" dirty="0" err="1">
                <a:latin typeface="Aptos Narrow" panose="020B0004020202020204" pitchFamily="34" charset="0"/>
              </a:rPr>
              <a:t>OnlineBookStore</a:t>
            </a:r>
            <a:r>
              <a:rPr lang="en-US" sz="1600" dirty="0">
                <a:latin typeface="Aptos Narrow" panose="020B0004020202020204" pitchFamily="34" charset="0"/>
              </a:rPr>
              <a:t>;</a:t>
            </a:r>
          </a:p>
          <a:p>
            <a:endParaRPr lang="en-US" sz="1600" dirty="0">
              <a:latin typeface="Aptos Narrow" panose="020B0004020202020204" pitchFamily="34" charset="0"/>
            </a:endParaRPr>
          </a:p>
          <a:p>
            <a:r>
              <a:rPr lang="en-US" sz="1600" dirty="0">
                <a:latin typeface="Aptos Narrow" panose="020B0004020202020204" pitchFamily="34" charset="0"/>
              </a:rPr>
              <a:t>CREATE TABLE Authors (    </a:t>
            </a:r>
            <a:r>
              <a:rPr lang="en-US" sz="1600" dirty="0" err="1">
                <a:latin typeface="Aptos Narrow" panose="020B0004020202020204" pitchFamily="34" charset="0"/>
              </a:rPr>
              <a:t>author_id</a:t>
            </a:r>
            <a:r>
              <a:rPr lang="en-US" sz="1600" dirty="0">
                <a:latin typeface="Aptos Narrow" panose="020B0004020202020204" pitchFamily="34" charset="0"/>
              </a:rPr>
              <a:t> INT PRIMARY KEY AUTO_INCREMENT,    </a:t>
            </a:r>
            <a:r>
              <a:rPr lang="en-US" sz="1600" dirty="0" err="1">
                <a:latin typeface="Aptos Narrow" panose="020B0004020202020204" pitchFamily="34" charset="0"/>
              </a:rPr>
              <a:t>first_name</a:t>
            </a:r>
            <a:r>
              <a:rPr lang="en-US" sz="1600" dirty="0">
                <a:latin typeface="Aptos Narrow" panose="020B0004020202020204" pitchFamily="34" charset="0"/>
              </a:rPr>
              <a:t> VARCHAR(50) NOT NULL,    </a:t>
            </a:r>
            <a:r>
              <a:rPr lang="en-US" sz="1600" dirty="0" err="1">
                <a:latin typeface="Aptos Narrow" panose="020B0004020202020204" pitchFamily="34" charset="0"/>
              </a:rPr>
              <a:t>last_name</a:t>
            </a:r>
            <a:r>
              <a:rPr lang="en-US" sz="1600" dirty="0">
                <a:latin typeface="Aptos Narrow" panose="020B0004020202020204" pitchFamily="34" charset="0"/>
              </a:rPr>
              <a:t> VARCHAR(50) NOT NULL,    bio TEXT,    country VARCHAR(50));</a:t>
            </a:r>
          </a:p>
          <a:p>
            <a:endParaRPr lang="en-US" sz="1600" dirty="0">
              <a:latin typeface="Aptos Narrow" panose="020B0004020202020204" pitchFamily="34" charset="0"/>
            </a:endParaRPr>
          </a:p>
          <a:p>
            <a:endParaRPr lang="en-US" sz="1600" dirty="0">
              <a:latin typeface="Aptos Narrow" panose="020B0004020202020204" pitchFamily="34" charset="0"/>
            </a:endParaRPr>
          </a:p>
          <a:p>
            <a:r>
              <a:rPr lang="en-US" sz="1600" dirty="0">
                <a:latin typeface="Aptos Narrow" panose="020B0004020202020204" pitchFamily="34" charset="0"/>
              </a:rPr>
              <a:t>CREATE TABLE Categories (    </a:t>
            </a:r>
            <a:r>
              <a:rPr lang="en-US" sz="1600" dirty="0" err="1">
                <a:latin typeface="Aptos Narrow" panose="020B0004020202020204" pitchFamily="34" charset="0"/>
              </a:rPr>
              <a:t>category_id</a:t>
            </a:r>
            <a:r>
              <a:rPr lang="en-US" sz="1600" dirty="0">
                <a:latin typeface="Aptos Narrow" panose="020B0004020202020204" pitchFamily="34" charset="0"/>
              </a:rPr>
              <a:t> INT PRIMARY KEY AUTO_INCREMENT,    </a:t>
            </a:r>
            <a:r>
              <a:rPr lang="en-US" sz="1600" dirty="0" err="1">
                <a:latin typeface="Aptos Narrow" panose="020B0004020202020204" pitchFamily="34" charset="0"/>
              </a:rPr>
              <a:t>category_name</a:t>
            </a:r>
            <a:r>
              <a:rPr lang="en-US" sz="1600" dirty="0">
                <a:latin typeface="Aptos Narrow" panose="020B0004020202020204" pitchFamily="34" charset="0"/>
              </a:rPr>
              <a:t> VARCHAR(100) NOT NULL,    description TEXT);</a:t>
            </a:r>
          </a:p>
          <a:p>
            <a:endParaRPr lang="en-US" sz="1600" dirty="0">
              <a:latin typeface="Aptos Narrow" panose="020B0004020202020204" pitchFamily="34" charset="0"/>
            </a:endParaRPr>
          </a:p>
          <a:p>
            <a:r>
              <a:rPr lang="en-US" sz="1600" dirty="0">
                <a:latin typeface="Aptos Narrow" panose="020B0004020202020204" pitchFamily="34" charset="0"/>
              </a:rPr>
              <a:t>CREATE TABLE Publishers (    </a:t>
            </a:r>
            <a:r>
              <a:rPr lang="en-US" sz="1600" dirty="0" err="1">
                <a:latin typeface="Aptos Narrow" panose="020B0004020202020204" pitchFamily="34" charset="0"/>
              </a:rPr>
              <a:t>publisher_id</a:t>
            </a:r>
            <a:r>
              <a:rPr lang="en-US" sz="1600" dirty="0">
                <a:latin typeface="Aptos Narrow" panose="020B0004020202020204" pitchFamily="34" charset="0"/>
              </a:rPr>
              <a:t> INT PRIMARY KEY AUTO_INCREMENT,    </a:t>
            </a:r>
            <a:r>
              <a:rPr lang="en-US" sz="1600" dirty="0" err="1">
                <a:latin typeface="Aptos Narrow" panose="020B0004020202020204" pitchFamily="34" charset="0"/>
              </a:rPr>
              <a:t>publisher_name</a:t>
            </a:r>
            <a:r>
              <a:rPr lang="en-US" sz="1600" dirty="0">
                <a:latin typeface="Aptos Narrow" panose="020B0004020202020204" pitchFamily="34" charset="0"/>
              </a:rPr>
              <a:t> VARCHAR(100) NOT NULL,    country VARCHAR(50),    website VARCHAR(100));</a:t>
            </a:r>
          </a:p>
          <a:p>
            <a:endParaRPr lang="en-US" sz="1600" dirty="0">
              <a:latin typeface="Aptos Narrow" panose="020B0004020202020204" pitchFamily="34" charset="0"/>
            </a:endParaRPr>
          </a:p>
          <a:p>
            <a:endParaRPr lang="en-US" sz="1600" dirty="0">
              <a:latin typeface="Aptos Narrow" panose="020B0004020202020204" pitchFamily="34" charset="0"/>
            </a:endParaRPr>
          </a:p>
          <a:p>
            <a:r>
              <a:rPr lang="en-US" sz="1500" dirty="0">
                <a:latin typeface="Aptos Narrow" panose="020B0004020202020204" pitchFamily="34" charset="0"/>
              </a:rPr>
              <a:t>CREATE TABLE Books (    </a:t>
            </a:r>
            <a:r>
              <a:rPr lang="en-US" sz="1500" dirty="0" err="1">
                <a:latin typeface="Aptos Narrow" panose="020B0004020202020204" pitchFamily="34" charset="0"/>
              </a:rPr>
              <a:t>book_id</a:t>
            </a:r>
            <a:r>
              <a:rPr lang="en-US" sz="1500" dirty="0">
                <a:latin typeface="Aptos Narrow" panose="020B0004020202020204" pitchFamily="34" charset="0"/>
              </a:rPr>
              <a:t> INT PRIMARY KEY AUTO_INCREMENT,    title VARCHAR(200) NOT NULL,    </a:t>
            </a:r>
            <a:r>
              <a:rPr lang="en-US" sz="1500" dirty="0" err="1">
                <a:latin typeface="Aptos Narrow" panose="020B0004020202020204" pitchFamily="34" charset="0"/>
              </a:rPr>
              <a:t>author_id</a:t>
            </a:r>
            <a:r>
              <a:rPr lang="en-US" sz="1500" dirty="0">
                <a:latin typeface="Aptos Narrow" panose="020B0004020202020204" pitchFamily="34" charset="0"/>
              </a:rPr>
              <a:t> INT,    </a:t>
            </a:r>
            <a:r>
              <a:rPr lang="en-US" sz="1500" dirty="0" err="1">
                <a:latin typeface="Aptos Narrow" panose="020B0004020202020204" pitchFamily="34" charset="0"/>
              </a:rPr>
              <a:t>category_id</a:t>
            </a:r>
            <a:r>
              <a:rPr lang="en-US" sz="1500" dirty="0">
                <a:latin typeface="Aptos Narrow" panose="020B0004020202020204" pitchFamily="34" charset="0"/>
              </a:rPr>
              <a:t> INT,    </a:t>
            </a:r>
            <a:r>
              <a:rPr lang="en-US" sz="1500" dirty="0" err="1">
                <a:latin typeface="Aptos Narrow" panose="020B0004020202020204" pitchFamily="34" charset="0"/>
              </a:rPr>
              <a:t>publisher_id</a:t>
            </a:r>
            <a:r>
              <a:rPr lang="en-US" sz="1500" dirty="0">
                <a:latin typeface="Aptos Narrow" panose="020B0004020202020204" pitchFamily="34" charset="0"/>
              </a:rPr>
              <a:t> INT,    price DECIMAL(10,2) NOT NULL,    </a:t>
            </a:r>
            <a:r>
              <a:rPr lang="en-US" sz="1500" dirty="0" err="1">
                <a:latin typeface="Aptos Narrow" panose="020B0004020202020204" pitchFamily="34" charset="0"/>
              </a:rPr>
              <a:t>stock_quantity</a:t>
            </a:r>
            <a:r>
              <a:rPr lang="en-US" sz="1500" dirty="0">
                <a:latin typeface="Aptos Narrow" panose="020B0004020202020204" pitchFamily="34" charset="0"/>
              </a:rPr>
              <a:t> INT DEFAULT 0,    </a:t>
            </a:r>
            <a:r>
              <a:rPr lang="en-US" sz="1500" dirty="0" err="1">
                <a:latin typeface="Aptos Narrow" panose="020B0004020202020204" pitchFamily="34" charset="0"/>
              </a:rPr>
              <a:t>published_date</a:t>
            </a:r>
            <a:r>
              <a:rPr lang="en-US" sz="1500" dirty="0">
                <a:latin typeface="Aptos Narrow" panose="020B0004020202020204" pitchFamily="34" charset="0"/>
              </a:rPr>
              <a:t> DATE,    </a:t>
            </a:r>
            <a:r>
              <a:rPr lang="en-US" sz="1500" dirty="0" err="1">
                <a:latin typeface="Aptos Narrow" panose="020B0004020202020204" pitchFamily="34" charset="0"/>
              </a:rPr>
              <a:t>isbn</a:t>
            </a:r>
            <a:r>
              <a:rPr lang="en-US" sz="1500" dirty="0">
                <a:latin typeface="Aptos Narrow" panose="020B0004020202020204" pitchFamily="34" charset="0"/>
              </a:rPr>
              <a:t> VARCHAR(20) UNIQUE,    language VARCHAR(30) DEFAULT 'English',    pages INT,    FOREIGN KEY (</a:t>
            </a:r>
            <a:r>
              <a:rPr lang="en-US" sz="1500" dirty="0" err="1">
                <a:latin typeface="Aptos Narrow" panose="020B0004020202020204" pitchFamily="34" charset="0"/>
              </a:rPr>
              <a:t>author_id</a:t>
            </a:r>
            <a:r>
              <a:rPr lang="en-US" sz="1500" dirty="0">
                <a:latin typeface="Aptos Narrow" panose="020B0004020202020204" pitchFamily="34" charset="0"/>
              </a:rPr>
              <a:t>) REFERENCES Authors(</a:t>
            </a:r>
            <a:r>
              <a:rPr lang="en-US" sz="1500" dirty="0" err="1">
                <a:latin typeface="Aptos Narrow" panose="020B0004020202020204" pitchFamily="34" charset="0"/>
              </a:rPr>
              <a:t>author_id</a:t>
            </a:r>
            <a:r>
              <a:rPr lang="en-US" sz="1500" dirty="0">
                <a:latin typeface="Aptos Narrow" panose="020B0004020202020204" pitchFamily="34" charset="0"/>
              </a:rPr>
              <a:t>),    FOREIGN KEY (</a:t>
            </a:r>
            <a:r>
              <a:rPr lang="en-US" sz="1500" dirty="0" err="1">
                <a:latin typeface="Aptos Narrow" panose="020B0004020202020204" pitchFamily="34" charset="0"/>
              </a:rPr>
              <a:t>category_id</a:t>
            </a:r>
            <a:r>
              <a:rPr lang="en-US" sz="1500" dirty="0">
                <a:latin typeface="Aptos Narrow" panose="020B0004020202020204" pitchFamily="34" charset="0"/>
              </a:rPr>
              <a:t>) REFERENCES Categories(</a:t>
            </a:r>
            <a:r>
              <a:rPr lang="en-US" sz="1500" dirty="0" err="1">
                <a:latin typeface="Aptos Narrow" panose="020B0004020202020204" pitchFamily="34" charset="0"/>
              </a:rPr>
              <a:t>category_id</a:t>
            </a:r>
            <a:r>
              <a:rPr lang="en-US" sz="1500" dirty="0">
                <a:latin typeface="Aptos Narrow" panose="020B0004020202020204" pitchFamily="34" charset="0"/>
              </a:rPr>
              <a:t>),    FOREIGN KEY (</a:t>
            </a:r>
            <a:r>
              <a:rPr lang="en-US" sz="1500" dirty="0" err="1">
                <a:latin typeface="Aptos Narrow" panose="020B0004020202020204" pitchFamily="34" charset="0"/>
              </a:rPr>
              <a:t>publisher_id</a:t>
            </a:r>
            <a:r>
              <a:rPr lang="en-US" sz="1500" dirty="0">
                <a:latin typeface="Aptos Narrow" panose="020B0004020202020204" pitchFamily="34" charset="0"/>
              </a:rPr>
              <a:t>) REFERENCES Publishers(</a:t>
            </a:r>
            <a:r>
              <a:rPr lang="en-US" sz="1500" dirty="0" err="1">
                <a:latin typeface="Aptos Narrow" panose="020B0004020202020204" pitchFamily="34" charset="0"/>
              </a:rPr>
              <a:t>publisher_id</a:t>
            </a:r>
            <a:r>
              <a:rPr lang="en-US" sz="1500" dirty="0">
                <a:latin typeface="Aptos Narrow" panose="020B0004020202020204" pitchFamily="34" charset="0"/>
              </a:rPr>
              <a:t>));</a:t>
            </a:r>
          </a:p>
          <a:p>
            <a:endParaRPr lang="en-US" sz="1500" dirty="0">
              <a:latin typeface="Aptos Narrow" panose="020B0004020202020204" pitchFamily="34" charset="0"/>
            </a:endParaRPr>
          </a:p>
          <a:p>
            <a:endParaRPr lang="en-US" sz="1600" dirty="0">
              <a:latin typeface="Aptos Narrow" panose="020B0004020202020204" pitchFamily="34" charset="0"/>
            </a:endParaRPr>
          </a:p>
          <a:p>
            <a:r>
              <a:rPr lang="en-US" sz="1600" dirty="0">
                <a:latin typeface="Aptos Narrow" panose="020B0004020202020204" pitchFamily="34" charset="0"/>
              </a:rPr>
              <a:t>CREATE TABLE Customers (    </a:t>
            </a:r>
            <a:r>
              <a:rPr lang="en-US" sz="1600" dirty="0" err="1">
                <a:latin typeface="Aptos Narrow" panose="020B0004020202020204" pitchFamily="34" charset="0"/>
              </a:rPr>
              <a:t>customer_id</a:t>
            </a:r>
            <a:r>
              <a:rPr lang="en-US" sz="1600" dirty="0">
                <a:latin typeface="Aptos Narrow" panose="020B0004020202020204" pitchFamily="34" charset="0"/>
              </a:rPr>
              <a:t> INT PRIMARY KEY AUTO_INCREMENT,    </a:t>
            </a:r>
            <a:r>
              <a:rPr lang="en-US" sz="1600" dirty="0" err="1">
                <a:latin typeface="Aptos Narrow" panose="020B0004020202020204" pitchFamily="34" charset="0"/>
              </a:rPr>
              <a:t>first_name</a:t>
            </a:r>
            <a:r>
              <a:rPr lang="en-US" sz="1600" dirty="0">
                <a:latin typeface="Aptos Narrow" panose="020B0004020202020204" pitchFamily="34" charset="0"/>
              </a:rPr>
              <a:t> VARCHAR(50) NOT NULL,    </a:t>
            </a:r>
            <a:r>
              <a:rPr lang="en-US" sz="1600" dirty="0" err="1">
                <a:latin typeface="Aptos Narrow" panose="020B0004020202020204" pitchFamily="34" charset="0"/>
              </a:rPr>
              <a:t>last_name</a:t>
            </a:r>
            <a:r>
              <a:rPr lang="en-US" sz="1600" dirty="0">
                <a:latin typeface="Aptos Narrow" panose="020B0004020202020204" pitchFamily="34" charset="0"/>
              </a:rPr>
              <a:t> VARCHAR(50) NOT NULL,    email VARCHAR(100) UNIQUE NOT NULL,    phone VARCHAR(15),    address TEXT,    city VARCHAR(50),    country VARCHAR(50),    </a:t>
            </a:r>
            <a:r>
              <a:rPr lang="en-US" sz="1600" dirty="0" err="1">
                <a:latin typeface="Aptos Narrow" panose="020B0004020202020204" pitchFamily="34" charset="0"/>
              </a:rPr>
              <a:t>registration_date</a:t>
            </a:r>
            <a:r>
              <a:rPr lang="en-US" sz="1600" dirty="0">
                <a:latin typeface="Aptos Narrow" panose="020B0004020202020204" pitchFamily="34" charset="0"/>
              </a:rPr>
              <a:t> DATE DEFAULT (CURRENT_DATE));</a:t>
            </a:r>
          </a:p>
        </p:txBody>
      </p:sp>
    </p:spTree>
    <p:extLst>
      <p:ext uri="{BB962C8B-B14F-4D97-AF65-F5344CB8AC3E}">
        <p14:creationId xmlns:p14="http://schemas.microsoft.com/office/powerpoint/2010/main" val="3808016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 calcmode="lin" valueType="num">
                                      <p:cBhvr additive="base">
                                        <p:cTn id="3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anim calcmode="lin" valueType="num">
                                      <p:cBhvr additive="base">
                                        <p:cTn id="3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anim calcmode="lin" valueType="num">
                                      <p:cBhvr additive="base">
                                        <p:cTn id="4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561108" y="529936"/>
            <a:ext cx="11253355" cy="5512048"/>
          </a:xfrm>
        </p:spPr>
        <p:txBody>
          <a:bodyPr>
            <a:normAutofit fontScale="92500" lnSpcReduction="10000"/>
          </a:bodyPr>
          <a:lstStyle/>
          <a:p>
            <a:endParaRPr lang="en-US" sz="1800" dirty="0">
              <a:latin typeface="Aptos Narrow" panose="020B0004020202020204" pitchFamily="34" charset="0"/>
            </a:endParaRPr>
          </a:p>
          <a:p>
            <a:endParaRPr lang="en-US" sz="1800" dirty="0">
              <a:latin typeface="Aptos Narrow" panose="020B0004020202020204" pitchFamily="34" charset="0"/>
            </a:endParaRPr>
          </a:p>
          <a:p>
            <a:r>
              <a:rPr lang="en-US" sz="1800" dirty="0">
                <a:latin typeface="Aptos Narrow" panose="020B0004020202020204" pitchFamily="34" charset="0"/>
              </a:rPr>
              <a:t>CREATE TABLE Orders (    </a:t>
            </a:r>
            <a:r>
              <a:rPr lang="en-US" sz="1800" dirty="0" err="1">
                <a:latin typeface="Aptos Narrow" panose="020B0004020202020204" pitchFamily="34" charset="0"/>
              </a:rPr>
              <a:t>order_id</a:t>
            </a:r>
            <a:r>
              <a:rPr lang="en-US" sz="1800" dirty="0">
                <a:latin typeface="Aptos Narrow" panose="020B0004020202020204" pitchFamily="34" charset="0"/>
              </a:rPr>
              <a:t> INT PRIMARY KEY AUTO_INCREMENT,    </a:t>
            </a:r>
            <a:r>
              <a:rPr lang="en-US" sz="1800" dirty="0" err="1">
                <a:latin typeface="Aptos Narrow" panose="020B0004020202020204" pitchFamily="34" charset="0"/>
              </a:rPr>
              <a:t>customer_id</a:t>
            </a:r>
            <a:r>
              <a:rPr lang="en-US" sz="1800" dirty="0">
                <a:latin typeface="Aptos Narrow" panose="020B0004020202020204" pitchFamily="34" charset="0"/>
              </a:rPr>
              <a:t> INT,    </a:t>
            </a:r>
            <a:r>
              <a:rPr lang="en-US" sz="1800" dirty="0" err="1">
                <a:latin typeface="Aptos Narrow" panose="020B0004020202020204" pitchFamily="34" charset="0"/>
              </a:rPr>
              <a:t>order_date</a:t>
            </a:r>
            <a:r>
              <a:rPr lang="en-US" sz="1800" dirty="0">
                <a:latin typeface="Aptos Narrow" panose="020B0004020202020204" pitchFamily="34" charset="0"/>
              </a:rPr>
              <a:t> DATETIME DEFAULT CURRENT_TIMESTAMP,    </a:t>
            </a:r>
            <a:r>
              <a:rPr lang="en-US" sz="1800" dirty="0" err="1">
                <a:latin typeface="Aptos Narrow" panose="020B0004020202020204" pitchFamily="34" charset="0"/>
              </a:rPr>
              <a:t>total_amount</a:t>
            </a:r>
            <a:r>
              <a:rPr lang="en-US" sz="1800" dirty="0">
                <a:latin typeface="Aptos Narrow" panose="020B0004020202020204" pitchFamily="34" charset="0"/>
              </a:rPr>
              <a:t> DECIMAL(10,2),    status ENUM('Pending', 'Confirmed', 'Shipped', 'Delivered', 'Cancelled') DEFAULT 'Pending',    </a:t>
            </a:r>
            <a:r>
              <a:rPr lang="en-US" sz="1800" dirty="0" err="1">
                <a:latin typeface="Aptos Narrow" panose="020B0004020202020204" pitchFamily="34" charset="0"/>
              </a:rPr>
              <a:t>shipping_address</a:t>
            </a:r>
            <a:r>
              <a:rPr lang="en-US" sz="1800" dirty="0">
                <a:latin typeface="Aptos Narrow" panose="020B0004020202020204" pitchFamily="34" charset="0"/>
              </a:rPr>
              <a:t> TEXT,    FOREIGN KEY (</a:t>
            </a:r>
            <a:r>
              <a:rPr lang="en-US" sz="1800" dirty="0" err="1">
                <a:latin typeface="Aptos Narrow" panose="020B0004020202020204" pitchFamily="34" charset="0"/>
              </a:rPr>
              <a:t>customer_id</a:t>
            </a:r>
            <a:r>
              <a:rPr lang="en-US" sz="1800" dirty="0">
                <a:latin typeface="Aptos Narrow" panose="020B0004020202020204" pitchFamily="34" charset="0"/>
              </a:rPr>
              <a:t>) REFERENCES Customers(</a:t>
            </a:r>
            <a:r>
              <a:rPr lang="en-US" sz="1800" dirty="0" err="1">
                <a:latin typeface="Aptos Narrow" panose="020B0004020202020204" pitchFamily="34" charset="0"/>
              </a:rPr>
              <a:t>customer_id</a:t>
            </a:r>
            <a:r>
              <a:rPr lang="en-US" sz="1800" dirty="0">
                <a:latin typeface="Aptos Narrow" panose="020B0004020202020204" pitchFamily="34" charset="0"/>
              </a:rPr>
              <a:t>));</a:t>
            </a:r>
          </a:p>
          <a:p>
            <a:endParaRPr lang="en-US" sz="1800" dirty="0">
              <a:latin typeface="Aptos Narrow" panose="020B0004020202020204" pitchFamily="34" charset="0"/>
            </a:endParaRPr>
          </a:p>
          <a:p>
            <a:endParaRPr lang="en-US" sz="1800" dirty="0">
              <a:latin typeface="Aptos Narrow" panose="020B0004020202020204" pitchFamily="34" charset="0"/>
            </a:endParaRPr>
          </a:p>
          <a:p>
            <a:endParaRPr lang="en-US" sz="1800" dirty="0">
              <a:latin typeface="Aptos Narrow" panose="020B0004020202020204" pitchFamily="34" charset="0"/>
            </a:endParaRPr>
          </a:p>
          <a:p>
            <a:endParaRPr lang="en-US" sz="1800" dirty="0">
              <a:latin typeface="Aptos Narrow" panose="020B0004020202020204" pitchFamily="34" charset="0"/>
            </a:endParaRPr>
          </a:p>
          <a:p>
            <a:r>
              <a:rPr lang="en-US" sz="1800" dirty="0">
                <a:latin typeface="Aptos Narrow" panose="020B0004020202020204" pitchFamily="34" charset="0"/>
              </a:rPr>
              <a:t>CREATE TABLE </a:t>
            </a:r>
            <a:r>
              <a:rPr lang="en-US" sz="1800" dirty="0" err="1">
                <a:latin typeface="Aptos Narrow" panose="020B0004020202020204" pitchFamily="34" charset="0"/>
              </a:rPr>
              <a:t>Order_Items</a:t>
            </a:r>
            <a:r>
              <a:rPr lang="en-US" sz="1800" dirty="0">
                <a:latin typeface="Aptos Narrow" panose="020B0004020202020204" pitchFamily="34" charset="0"/>
              </a:rPr>
              <a:t> (    </a:t>
            </a:r>
            <a:r>
              <a:rPr lang="en-US" sz="1800" dirty="0" err="1">
                <a:latin typeface="Aptos Narrow" panose="020B0004020202020204" pitchFamily="34" charset="0"/>
              </a:rPr>
              <a:t>order_item_id</a:t>
            </a:r>
            <a:r>
              <a:rPr lang="en-US" sz="1800" dirty="0">
                <a:latin typeface="Aptos Narrow" panose="020B0004020202020204" pitchFamily="34" charset="0"/>
              </a:rPr>
              <a:t> INT PRIMARY KEY AUTO_INCREMENT,    </a:t>
            </a:r>
            <a:r>
              <a:rPr lang="en-US" sz="1800" dirty="0" err="1">
                <a:latin typeface="Aptos Narrow" panose="020B0004020202020204" pitchFamily="34" charset="0"/>
              </a:rPr>
              <a:t>order_id</a:t>
            </a:r>
            <a:r>
              <a:rPr lang="en-US" sz="1800" dirty="0">
                <a:latin typeface="Aptos Narrow" panose="020B0004020202020204" pitchFamily="34" charset="0"/>
              </a:rPr>
              <a:t> INT,    </a:t>
            </a:r>
            <a:r>
              <a:rPr lang="en-US" sz="1800" dirty="0" err="1">
                <a:latin typeface="Aptos Narrow" panose="020B0004020202020204" pitchFamily="34" charset="0"/>
              </a:rPr>
              <a:t>book_id</a:t>
            </a:r>
            <a:r>
              <a:rPr lang="en-US" sz="1800" dirty="0">
                <a:latin typeface="Aptos Narrow" panose="020B0004020202020204" pitchFamily="34" charset="0"/>
              </a:rPr>
              <a:t> INT,    quantity INT NOT NULL,    </a:t>
            </a:r>
            <a:r>
              <a:rPr lang="en-US" sz="1800" dirty="0" err="1">
                <a:latin typeface="Aptos Narrow" panose="020B0004020202020204" pitchFamily="34" charset="0"/>
              </a:rPr>
              <a:t>unit_price</a:t>
            </a:r>
            <a:r>
              <a:rPr lang="en-US" sz="1800" dirty="0">
                <a:latin typeface="Aptos Narrow" panose="020B0004020202020204" pitchFamily="34" charset="0"/>
              </a:rPr>
              <a:t> DECIMAL(10,2) NOT NULL,    FOREIGN KEY (</a:t>
            </a:r>
            <a:r>
              <a:rPr lang="en-US" sz="1800" dirty="0" err="1">
                <a:latin typeface="Aptos Narrow" panose="020B0004020202020204" pitchFamily="34" charset="0"/>
              </a:rPr>
              <a:t>order_id</a:t>
            </a:r>
            <a:r>
              <a:rPr lang="en-US" sz="1800" dirty="0">
                <a:latin typeface="Aptos Narrow" panose="020B0004020202020204" pitchFamily="34" charset="0"/>
              </a:rPr>
              <a:t>) REFERENCES Orders(</a:t>
            </a:r>
            <a:r>
              <a:rPr lang="en-US" sz="1800" dirty="0" err="1">
                <a:latin typeface="Aptos Narrow" panose="020B0004020202020204" pitchFamily="34" charset="0"/>
              </a:rPr>
              <a:t>order_id</a:t>
            </a:r>
            <a:r>
              <a:rPr lang="en-US" sz="1800" dirty="0">
                <a:latin typeface="Aptos Narrow" panose="020B0004020202020204" pitchFamily="34" charset="0"/>
              </a:rPr>
              <a:t>),    FOREIGN KEY (</a:t>
            </a:r>
            <a:r>
              <a:rPr lang="en-US" sz="1800" dirty="0" err="1">
                <a:latin typeface="Aptos Narrow" panose="020B0004020202020204" pitchFamily="34" charset="0"/>
              </a:rPr>
              <a:t>book_id</a:t>
            </a:r>
            <a:r>
              <a:rPr lang="en-US" sz="1800" dirty="0">
                <a:latin typeface="Aptos Narrow" panose="020B0004020202020204" pitchFamily="34" charset="0"/>
              </a:rPr>
              <a:t>) REFERENCES Books(</a:t>
            </a:r>
            <a:r>
              <a:rPr lang="en-US" sz="1800" dirty="0" err="1">
                <a:latin typeface="Aptos Narrow" panose="020B0004020202020204" pitchFamily="34" charset="0"/>
              </a:rPr>
              <a:t>book_id</a:t>
            </a:r>
            <a:r>
              <a:rPr lang="en-US" sz="1800" dirty="0">
                <a:latin typeface="Aptos Narrow" panose="020B0004020202020204" pitchFamily="34" charset="0"/>
              </a:rPr>
              <a:t>));</a:t>
            </a:r>
          </a:p>
          <a:p>
            <a:endParaRPr lang="en-US" sz="1800" dirty="0">
              <a:latin typeface="Aptos Narrow" panose="020B0004020202020204" pitchFamily="34" charset="0"/>
            </a:endParaRPr>
          </a:p>
          <a:p>
            <a:endParaRPr lang="en-US" sz="1800" dirty="0">
              <a:latin typeface="Aptos Narrow" panose="020B0004020202020204" pitchFamily="34" charset="0"/>
            </a:endParaRPr>
          </a:p>
          <a:p>
            <a:r>
              <a:rPr lang="en-US" sz="1800" dirty="0">
                <a:latin typeface="Aptos Narrow" panose="020B0004020202020204" pitchFamily="34" charset="0"/>
              </a:rPr>
              <a:t>CREATE TABLE Reviews (    </a:t>
            </a:r>
            <a:r>
              <a:rPr lang="en-US" sz="1800" dirty="0" err="1">
                <a:latin typeface="Aptos Narrow" panose="020B0004020202020204" pitchFamily="34" charset="0"/>
              </a:rPr>
              <a:t>review_id</a:t>
            </a:r>
            <a:r>
              <a:rPr lang="en-US" sz="1800" dirty="0">
                <a:latin typeface="Aptos Narrow" panose="020B0004020202020204" pitchFamily="34" charset="0"/>
              </a:rPr>
              <a:t> INT PRIMARY KEY AUTO_INCREMENT,    </a:t>
            </a:r>
            <a:r>
              <a:rPr lang="en-US" sz="1800" dirty="0" err="1">
                <a:latin typeface="Aptos Narrow" panose="020B0004020202020204" pitchFamily="34" charset="0"/>
              </a:rPr>
              <a:t>book_id</a:t>
            </a:r>
            <a:r>
              <a:rPr lang="en-US" sz="1800" dirty="0">
                <a:latin typeface="Aptos Narrow" panose="020B0004020202020204" pitchFamily="34" charset="0"/>
              </a:rPr>
              <a:t> INT,    </a:t>
            </a:r>
            <a:r>
              <a:rPr lang="en-US" sz="1800" dirty="0" err="1">
                <a:latin typeface="Aptos Narrow" panose="020B0004020202020204" pitchFamily="34" charset="0"/>
              </a:rPr>
              <a:t>customer_id</a:t>
            </a:r>
            <a:r>
              <a:rPr lang="en-US" sz="1800" dirty="0">
                <a:latin typeface="Aptos Narrow" panose="020B0004020202020204" pitchFamily="34" charset="0"/>
              </a:rPr>
              <a:t> INT,    rating INT CHECK (rating BETWEEN 1 AND 5),    </a:t>
            </a:r>
            <a:r>
              <a:rPr lang="en-US" sz="1800" dirty="0" err="1">
                <a:latin typeface="Aptos Narrow" panose="020B0004020202020204" pitchFamily="34" charset="0"/>
              </a:rPr>
              <a:t>review_text</a:t>
            </a:r>
            <a:r>
              <a:rPr lang="en-US" sz="1800" dirty="0">
                <a:latin typeface="Aptos Narrow" panose="020B0004020202020204" pitchFamily="34" charset="0"/>
              </a:rPr>
              <a:t> TEXT,    </a:t>
            </a:r>
            <a:r>
              <a:rPr lang="en-US" sz="1800" dirty="0" err="1">
                <a:latin typeface="Aptos Narrow" panose="020B0004020202020204" pitchFamily="34" charset="0"/>
              </a:rPr>
              <a:t>review_date</a:t>
            </a:r>
            <a:r>
              <a:rPr lang="en-US" sz="1800" dirty="0">
                <a:latin typeface="Aptos Narrow" panose="020B0004020202020204" pitchFamily="34" charset="0"/>
              </a:rPr>
              <a:t> DATE DEFAULT (CURRENT_DATE),    FOREIGN KEY (</a:t>
            </a:r>
            <a:r>
              <a:rPr lang="en-US" sz="1800" dirty="0" err="1">
                <a:latin typeface="Aptos Narrow" panose="020B0004020202020204" pitchFamily="34" charset="0"/>
              </a:rPr>
              <a:t>book_id</a:t>
            </a:r>
            <a:r>
              <a:rPr lang="en-US" sz="1800" dirty="0">
                <a:latin typeface="Aptos Narrow" panose="020B0004020202020204" pitchFamily="34" charset="0"/>
              </a:rPr>
              <a:t>) REFERENCES Books(</a:t>
            </a:r>
            <a:r>
              <a:rPr lang="en-US" sz="1800" dirty="0" err="1">
                <a:latin typeface="Aptos Narrow" panose="020B0004020202020204" pitchFamily="34" charset="0"/>
              </a:rPr>
              <a:t>book_id</a:t>
            </a:r>
            <a:r>
              <a:rPr lang="en-US" sz="1800" dirty="0">
                <a:latin typeface="Aptos Narrow" panose="020B0004020202020204" pitchFamily="34" charset="0"/>
              </a:rPr>
              <a:t>),    FOREIGN KEY (</a:t>
            </a:r>
            <a:r>
              <a:rPr lang="en-US" sz="1800" dirty="0" err="1">
                <a:latin typeface="Aptos Narrow" panose="020B0004020202020204" pitchFamily="34" charset="0"/>
              </a:rPr>
              <a:t>customer_id</a:t>
            </a:r>
            <a:r>
              <a:rPr lang="en-US" sz="1800" dirty="0">
                <a:latin typeface="Aptos Narrow" panose="020B0004020202020204" pitchFamily="34" charset="0"/>
              </a:rPr>
              <a:t>) REFERENCES Customers(</a:t>
            </a:r>
            <a:r>
              <a:rPr lang="en-US" sz="1800" dirty="0" err="1">
                <a:latin typeface="Aptos Narrow" panose="020B0004020202020204" pitchFamily="34" charset="0"/>
              </a:rPr>
              <a:t>customer_id</a:t>
            </a:r>
            <a:r>
              <a:rPr lang="en-US" sz="1800" dirty="0">
                <a:latin typeface="Aptos Narrow" panose="020B0004020202020204" pitchFamily="34" charset="0"/>
              </a:rPr>
              <a:t>));</a:t>
            </a:r>
          </a:p>
          <a:p>
            <a:endParaRPr lang="en-US" sz="1800" dirty="0">
              <a:latin typeface="Aptos Narrow" panose="020B0004020202020204" pitchFamily="34" charset="0"/>
            </a:endParaRPr>
          </a:p>
          <a:p>
            <a:endParaRPr lang="en-US" sz="1800" dirty="0">
              <a:latin typeface="Aptos Narrow" panose="020B0004020202020204" pitchFamily="34" charset="0"/>
            </a:endParaRPr>
          </a:p>
          <a:p>
            <a:r>
              <a:rPr lang="en-US" sz="1800" dirty="0">
                <a:latin typeface="Aptos Narrow" panose="020B0004020202020204" pitchFamily="34" charset="0"/>
              </a:rPr>
              <a:t>CREATE TABLE Payments (    </a:t>
            </a:r>
            <a:r>
              <a:rPr lang="en-US" sz="1800" dirty="0" err="1">
                <a:latin typeface="Aptos Narrow" panose="020B0004020202020204" pitchFamily="34" charset="0"/>
              </a:rPr>
              <a:t>payment_id</a:t>
            </a:r>
            <a:r>
              <a:rPr lang="en-US" sz="1800" dirty="0">
                <a:latin typeface="Aptos Narrow" panose="020B0004020202020204" pitchFamily="34" charset="0"/>
              </a:rPr>
              <a:t> INT PRIMARY KEY AUTO_INCREMENT,    </a:t>
            </a:r>
            <a:r>
              <a:rPr lang="en-US" sz="1800" dirty="0" err="1">
                <a:latin typeface="Aptos Narrow" panose="020B0004020202020204" pitchFamily="34" charset="0"/>
              </a:rPr>
              <a:t>order_id</a:t>
            </a:r>
            <a:r>
              <a:rPr lang="en-US" sz="1800" dirty="0">
                <a:latin typeface="Aptos Narrow" panose="020B0004020202020204" pitchFamily="34" charset="0"/>
              </a:rPr>
              <a:t> INT,    </a:t>
            </a:r>
            <a:r>
              <a:rPr lang="en-US" sz="1800" dirty="0" err="1">
                <a:latin typeface="Aptos Narrow" panose="020B0004020202020204" pitchFamily="34" charset="0"/>
              </a:rPr>
              <a:t>payment_date</a:t>
            </a:r>
            <a:r>
              <a:rPr lang="en-US" sz="1800" dirty="0">
                <a:latin typeface="Aptos Narrow" panose="020B0004020202020204" pitchFamily="34" charset="0"/>
              </a:rPr>
              <a:t> DATETIME DEFAULT CURRENT_TIMESTAMP,    amount DECIMAL(10,2),    </a:t>
            </a:r>
            <a:r>
              <a:rPr lang="en-US" sz="1800" dirty="0" err="1">
                <a:latin typeface="Aptos Narrow" panose="020B0004020202020204" pitchFamily="34" charset="0"/>
              </a:rPr>
              <a:t>payment_method</a:t>
            </a:r>
            <a:r>
              <a:rPr lang="en-US" sz="1800" dirty="0">
                <a:latin typeface="Aptos Narrow" panose="020B0004020202020204" pitchFamily="34" charset="0"/>
              </a:rPr>
              <a:t> ENUM('Credit Card', 'Debit Card', 'UPI', 'Net Banking', 'Cash on Delivery'),    </a:t>
            </a:r>
            <a:r>
              <a:rPr lang="en-US" sz="1800" dirty="0" err="1">
                <a:latin typeface="Aptos Narrow" panose="020B0004020202020204" pitchFamily="34" charset="0"/>
              </a:rPr>
              <a:t>payment_status</a:t>
            </a:r>
            <a:r>
              <a:rPr lang="en-US" sz="1800" dirty="0">
                <a:latin typeface="Aptos Narrow" panose="020B0004020202020204" pitchFamily="34" charset="0"/>
              </a:rPr>
              <a:t> ENUM('Success', 'Failed', 'Pending') DEFAULT 'Pending',    FOREIGN KEY (</a:t>
            </a:r>
            <a:r>
              <a:rPr lang="en-US" sz="1800" dirty="0" err="1">
                <a:latin typeface="Aptos Narrow" panose="020B0004020202020204" pitchFamily="34" charset="0"/>
              </a:rPr>
              <a:t>order_id</a:t>
            </a:r>
            <a:r>
              <a:rPr lang="en-US" sz="1800" dirty="0">
                <a:latin typeface="Aptos Narrow" panose="020B0004020202020204" pitchFamily="34" charset="0"/>
              </a:rPr>
              <a:t>) REFERENCES Orders(</a:t>
            </a:r>
            <a:r>
              <a:rPr lang="en-US" sz="1800" dirty="0" err="1">
                <a:latin typeface="Aptos Narrow" panose="020B0004020202020204" pitchFamily="34" charset="0"/>
              </a:rPr>
              <a:t>order_id</a:t>
            </a:r>
            <a:r>
              <a:rPr lang="en-US" sz="1800" dirty="0">
                <a:latin typeface="Aptos Narrow" panose="020B0004020202020204" pitchFamily="34" charset="0"/>
              </a:rPr>
              <a:t>));</a:t>
            </a:r>
            <a:endParaRPr lang="en-IN" sz="1800" dirty="0">
              <a:latin typeface="Aptos Narrow" panose="020B0004020202020204" pitchFamily="34" charset="0"/>
            </a:endParaRPr>
          </a:p>
          <a:p>
            <a:endParaRPr lang="en-US" dirty="0">
              <a:latin typeface="Aptos Narrow" panose="020B0004020202020204" pitchFamily="34" charset="0"/>
            </a:endParaRPr>
          </a:p>
        </p:txBody>
      </p:sp>
    </p:spTree>
    <p:extLst>
      <p:ext uri="{BB962C8B-B14F-4D97-AF65-F5344CB8AC3E}">
        <p14:creationId xmlns:p14="http://schemas.microsoft.com/office/powerpoint/2010/main" val="2952923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 calcmode="lin" valueType="num">
                                      <p:cBhvr additive="base">
                                        <p:cTn id="1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 calcmode="lin" valueType="num">
                                      <p:cBhvr additive="base">
                                        <p:cTn id="1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13" end="13"/>
                                            </p:txEl>
                                          </p:spTgt>
                                        </p:tgtEl>
                                        <p:attrNameLst>
                                          <p:attrName>style.visibility</p:attrName>
                                        </p:attrNameLst>
                                      </p:cBhvr>
                                      <p:to>
                                        <p:strVal val="visible"/>
                                      </p:to>
                                    </p:set>
                                    <p:anim calcmode="lin" valueType="num">
                                      <p:cBhvr additive="base">
                                        <p:cTn id="2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D1864AC-542C-6233-7E76-8E26542AC4DA}"/>
              </a:ext>
            </a:extLst>
          </p:cNvPr>
          <p:cNvSpPr>
            <a:spLocks noGrp="1"/>
          </p:cNvSpPr>
          <p:nvPr>
            <p:ph type="title"/>
          </p:nvPr>
        </p:nvSpPr>
        <p:spPr>
          <a:xfrm>
            <a:off x="1408323" y="0"/>
            <a:ext cx="9879437" cy="505907"/>
          </a:xfrm>
        </p:spPr>
        <p:txBody>
          <a:bodyPr/>
          <a:lstStyle/>
          <a:p>
            <a:r>
              <a:rPr lang="en-IN" sz="2000" dirty="0"/>
              <a:t>Sample data of inserting values to the created tables;</a:t>
            </a:r>
          </a:p>
        </p:txBody>
      </p:sp>
      <p:pic>
        <p:nvPicPr>
          <p:cNvPr id="3" name="Content Placeholder 2">
            <a:extLst>
              <a:ext uri="{FF2B5EF4-FFF2-40B4-BE49-F238E27FC236}">
                <a16:creationId xmlns:a16="http://schemas.microsoft.com/office/drawing/2014/main" id="{2679E432-7B4A-BD6E-2881-309CF7AD7898}"/>
              </a:ext>
            </a:extLst>
          </p:cNvPr>
          <p:cNvPicPr>
            <a:picLocks noGrp="1" noChangeAspect="1"/>
          </p:cNvPicPr>
          <p:nvPr>
            <p:ph sz="half" idx="1"/>
          </p:nvPr>
        </p:nvPicPr>
        <p:blipFill>
          <a:blip r:embed="rId3"/>
          <a:stretch>
            <a:fillRect/>
          </a:stretch>
        </p:blipFill>
        <p:spPr>
          <a:xfrm>
            <a:off x="-33020" y="639445"/>
            <a:ext cx="6129020" cy="1006475"/>
          </a:xfrm>
          <a:prstGeom prst="rect">
            <a:avLst/>
          </a:prstGeom>
        </p:spPr>
      </p:pic>
      <p:pic>
        <p:nvPicPr>
          <p:cNvPr id="5" name="Picture 4">
            <a:extLst>
              <a:ext uri="{FF2B5EF4-FFF2-40B4-BE49-F238E27FC236}">
                <a16:creationId xmlns:a16="http://schemas.microsoft.com/office/drawing/2014/main" id="{43166074-1044-4B17-FFCF-E887EC7458DC}"/>
              </a:ext>
            </a:extLst>
          </p:cNvPr>
          <p:cNvPicPr>
            <a:picLocks noChangeAspect="1"/>
          </p:cNvPicPr>
          <p:nvPr/>
        </p:nvPicPr>
        <p:blipFill>
          <a:blip r:embed="rId4"/>
          <a:stretch>
            <a:fillRect/>
          </a:stretch>
        </p:blipFill>
        <p:spPr>
          <a:xfrm>
            <a:off x="125688" y="1794406"/>
            <a:ext cx="5153744" cy="771633"/>
          </a:xfrm>
          <a:prstGeom prst="rect">
            <a:avLst/>
          </a:prstGeom>
        </p:spPr>
      </p:pic>
      <p:pic>
        <p:nvPicPr>
          <p:cNvPr id="8" name="Picture 7">
            <a:extLst>
              <a:ext uri="{FF2B5EF4-FFF2-40B4-BE49-F238E27FC236}">
                <a16:creationId xmlns:a16="http://schemas.microsoft.com/office/drawing/2014/main" id="{300F9A0C-9ADF-B325-717D-885A8BCD4B1D}"/>
              </a:ext>
            </a:extLst>
          </p:cNvPr>
          <p:cNvPicPr>
            <a:picLocks noChangeAspect="1"/>
          </p:cNvPicPr>
          <p:nvPr/>
        </p:nvPicPr>
        <p:blipFill>
          <a:blip r:embed="rId5"/>
          <a:stretch>
            <a:fillRect/>
          </a:stretch>
        </p:blipFill>
        <p:spPr>
          <a:xfrm>
            <a:off x="134690" y="2824095"/>
            <a:ext cx="5544324" cy="714475"/>
          </a:xfrm>
          <a:prstGeom prst="rect">
            <a:avLst/>
          </a:prstGeom>
        </p:spPr>
      </p:pic>
      <p:pic>
        <p:nvPicPr>
          <p:cNvPr id="11" name="Picture 10">
            <a:extLst>
              <a:ext uri="{FF2B5EF4-FFF2-40B4-BE49-F238E27FC236}">
                <a16:creationId xmlns:a16="http://schemas.microsoft.com/office/drawing/2014/main" id="{F70E454F-3B1F-D7F1-B70A-CF77432AC256}"/>
              </a:ext>
            </a:extLst>
          </p:cNvPr>
          <p:cNvPicPr>
            <a:picLocks noChangeAspect="1"/>
          </p:cNvPicPr>
          <p:nvPr/>
        </p:nvPicPr>
        <p:blipFill>
          <a:blip r:embed="rId6"/>
          <a:stretch>
            <a:fillRect/>
          </a:stretch>
        </p:blipFill>
        <p:spPr>
          <a:xfrm>
            <a:off x="248314" y="5133728"/>
            <a:ext cx="11326806" cy="1514686"/>
          </a:xfrm>
          <a:prstGeom prst="rect">
            <a:avLst/>
          </a:prstGeom>
        </p:spPr>
      </p:pic>
      <p:pic>
        <p:nvPicPr>
          <p:cNvPr id="14" name="Picture 13">
            <a:extLst>
              <a:ext uri="{FF2B5EF4-FFF2-40B4-BE49-F238E27FC236}">
                <a16:creationId xmlns:a16="http://schemas.microsoft.com/office/drawing/2014/main" id="{98715DF2-D2FD-256D-84AB-F701AA325E35}"/>
              </a:ext>
            </a:extLst>
          </p:cNvPr>
          <p:cNvPicPr>
            <a:picLocks noChangeAspect="1"/>
          </p:cNvPicPr>
          <p:nvPr/>
        </p:nvPicPr>
        <p:blipFill>
          <a:blip r:embed="rId7"/>
          <a:stretch>
            <a:fillRect/>
          </a:stretch>
        </p:blipFill>
        <p:spPr>
          <a:xfrm>
            <a:off x="248314" y="3659406"/>
            <a:ext cx="6203286" cy="1140013"/>
          </a:xfrm>
          <a:prstGeom prst="rect">
            <a:avLst/>
          </a:prstGeom>
        </p:spPr>
      </p:pic>
      <p:pic>
        <p:nvPicPr>
          <p:cNvPr id="16" name="Picture 15">
            <a:extLst>
              <a:ext uri="{FF2B5EF4-FFF2-40B4-BE49-F238E27FC236}">
                <a16:creationId xmlns:a16="http://schemas.microsoft.com/office/drawing/2014/main" id="{EDED57B4-36BA-ABC0-0752-DEDCE90D8693}"/>
              </a:ext>
            </a:extLst>
          </p:cNvPr>
          <p:cNvPicPr>
            <a:picLocks noChangeAspect="1"/>
          </p:cNvPicPr>
          <p:nvPr/>
        </p:nvPicPr>
        <p:blipFill>
          <a:blip r:embed="rId8"/>
          <a:stretch>
            <a:fillRect/>
          </a:stretch>
        </p:blipFill>
        <p:spPr>
          <a:xfrm>
            <a:off x="6348041" y="809260"/>
            <a:ext cx="5528999" cy="666843"/>
          </a:xfrm>
          <a:prstGeom prst="rect">
            <a:avLst/>
          </a:prstGeom>
        </p:spPr>
      </p:pic>
      <p:pic>
        <p:nvPicPr>
          <p:cNvPr id="18" name="Picture 17">
            <a:extLst>
              <a:ext uri="{FF2B5EF4-FFF2-40B4-BE49-F238E27FC236}">
                <a16:creationId xmlns:a16="http://schemas.microsoft.com/office/drawing/2014/main" id="{3281E5E0-5519-7AF3-2D50-D40290D53618}"/>
              </a:ext>
            </a:extLst>
          </p:cNvPr>
          <p:cNvPicPr>
            <a:picLocks noChangeAspect="1"/>
          </p:cNvPicPr>
          <p:nvPr/>
        </p:nvPicPr>
        <p:blipFill>
          <a:blip r:embed="rId9"/>
          <a:stretch>
            <a:fillRect/>
          </a:stretch>
        </p:blipFill>
        <p:spPr>
          <a:xfrm>
            <a:off x="5679014" y="1824700"/>
            <a:ext cx="6096851" cy="743054"/>
          </a:xfrm>
          <a:prstGeom prst="rect">
            <a:avLst/>
          </a:prstGeom>
        </p:spPr>
      </p:pic>
      <p:pic>
        <p:nvPicPr>
          <p:cNvPr id="20" name="Picture 19">
            <a:extLst>
              <a:ext uri="{FF2B5EF4-FFF2-40B4-BE49-F238E27FC236}">
                <a16:creationId xmlns:a16="http://schemas.microsoft.com/office/drawing/2014/main" id="{B2837BDF-1EAA-A70A-AB4D-0EA9B464E710}"/>
              </a:ext>
            </a:extLst>
          </p:cNvPr>
          <p:cNvPicPr>
            <a:picLocks noChangeAspect="1"/>
          </p:cNvPicPr>
          <p:nvPr/>
        </p:nvPicPr>
        <p:blipFill>
          <a:blip r:embed="rId10"/>
          <a:stretch>
            <a:fillRect/>
          </a:stretch>
        </p:blipFill>
        <p:spPr>
          <a:xfrm>
            <a:off x="6083167" y="2782460"/>
            <a:ext cx="6058746" cy="714475"/>
          </a:xfrm>
          <a:prstGeom prst="rect">
            <a:avLst/>
          </a:prstGeom>
        </p:spPr>
      </p:pic>
      <p:pic>
        <p:nvPicPr>
          <p:cNvPr id="22" name="Picture 21">
            <a:extLst>
              <a:ext uri="{FF2B5EF4-FFF2-40B4-BE49-F238E27FC236}">
                <a16:creationId xmlns:a16="http://schemas.microsoft.com/office/drawing/2014/main" id="{103B9929-DFD7-38E6-7C82-C023F684FF9D}"/>
              </a:ext>
            </a:extLst>
          </p:cNvPr>
          <p:cNvPicPr>
            <a:picLocks noChangeAspect="1"/>
          </p:cNvPicPr>
          <p:nvPr/>
        </p:nvPicPr>
        <p:blipFill>
          <a:blip r:embed="rId11"/>
          <a:stretch>
            <a:fillRect/>
          </a:stretch>
        </p:blipFill>
        <p:spPr>
          <a:xfrm>
            <a:off x="6658976" y="3874111"/>
            <a:ext cx="5218064" cy="809738"/>
          </a:xfrm>
          <a:prstGeom prst="rect">
            <a:avLst/>
          </a:prstGeom>
        </p:spPr>
      </p:pic>
    </p:spTree>
    <p:extLst>
      <p:ext uri="{BB962C8B-B14F-4D97-AF65-F5344CB8AC3E}">
        <p14:creationId xmlns:p14="http://schemas.microsoft.com/office/powerpoint/2010/main" val="3969996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500" fill="hold"/>
                                        <p:tgtEl>
                                          <p:spTgt spid="20"/>
                                        </p:tgtEl>
                                        <p:attrNameLst>
                                          <p:attrName>ppt_x</p:attrName>
                                        </p:attrNameLst>
                                      </p:cBhvr>
                                      <p:tavLst>
                                        <p:tav tm="0">
                                          <p:val>
                                            <p:strVal val="#ppt_x"/>
                                          </p:val>
                                        </p:tav>
                                        <p:tav tm="100000">
                                          <p:val>
                                            <p:strVal val="#ppt_x"/>
                                          </p:val>
                                        </p:tav>
                                      </p:tavLst>
                                    </p:anim>
                                    <p:anim calcmode="lin" valueType="num">
                                      <p:cBhvr additive="base">
                                        <p:cTn id="5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additive="base">
                                        <p:cTn id="55" dur="500" fill="hold"/>
                                        <p:tgtEl>
                                          <p:spTgt spid="22"/>
                                        </p:tgtEl>
                                        <p:attrNameLst>
                                          <p:attrName>ppt_x</p:attrName>
                                        </p:attrNameLst>
                                      </p:cBhvr>
                                      <p:tavLst>
                                        <p:tav tm="0">
                                          <p:val>
                                            <p:strVal val="#ppt_x"/>
                                          </p:val>
                                        </p:tav>
                                        <p:tav tm="100000">
                                          <p:val>
                                            <p:strVal val="#ppt_x"/>
                                          </p:val>
                                        </p:tav>
                                      </p:tavLst>
                                    </p:anim>
                                    <p:anim calcmode="lin" valueType="num">
                                      <p:cBhvr additive="base">
                                        <p:cTn id="5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243840" y="834635"/>
            <a:ext cx="8467023" cy="471489"/>
          </a:xfrm>
        </p:spPr>
        <p:txBody>
          <a:bodyPr/>
          <a:lstStyle/>
          <a:p>
            <a:r>
              <a:rPr lang="en-US" dirty="0"/>
              <a:t>Basic </a:t>
            </a:r>
            <a:r>
              <a:rPr lang="en-US" dirty="0" err="1"/>
              <a:t>dql</a:t>
            </a:r>
            <a:r>
              <a:rPr lang="en-US" dirty="0"/>
              <a:t> queries</a:t>
            </a:r>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9</a:t>
            </a:fld>
            <a:endParaRPr lang="en-US" dirty="0"/>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495127" y="1535547"/>
            <a:ext cx="5756563" cy="1380373"/>
          </a:xfrm>
        </p:spPr>
        <p:txBody>
          <a:bodyPr>
            <a:normAutofit fontScale="25000" lnSpcReduction="20000"/>
          </a:bodyPr>
          <a:lstStyle/>
          <a:p>
            <a:r>
              <a:rPr lang="en-US" sz="7200" b="1" dirty="0">
                <a:solidFill>
                  <a:schemeClr val="tx1"/>
                </a:solidFill>
                <a:latin typeface="Aptos Narrow" panose="020B0004020202020204" pitchFamily="34" charset="0"/>
              </a:rPr>
              <a:t>SELECT Query</a:t>
            </a:r>
            <a:r>
              <a:rPr lang="en-US" sz="7200" dirty="0">
                <a:solidFill>
                  <a:schemeClr val="tx1"/>
                </a:solidFill>
                <a:latin typeface="Aptos Narrow" panose="020B0004020202020204" pitchFamily="34" charset="0"/>
              </a:rPr>
              <a:t> Retrieves data from one or more columns in a table. Use </a:t>
            </a:r>
            <a:r>
              <a:rPr lang="en-US" sz="2800" dirty="0">
                <a:solidFill>
                  <a:schemeClr val="tx1"/>
                </a:solidFill>
                <a:latin typeface="Aptos Narrow" panose="020B0004020202020204" pitchFamily="34" charset="0"/>
              </a:rPr>
              <a:t>*</a:t>
            </a:r>
            <a:r>
              <a:rPr lang="en-US" sz="7200" dirty="0">
                <a:solidFill>
                  <a:schemeClr val="tx1"/>
                </a:solidFill>
                <a:latin typeface="Aptos Narrow" panose="020B0004020202020204" pitchFamily="34" charset="0"/>
              </a:rPr>
              <a:t> to fetch all columns or specify column names to get only what you need. </a:t>
            </a:r>
          </a:p>
          <a:p>
            <a:r>
              <a:rPr lang="en-US" sz="7200" dirty="0">
                <a:solidFill>
                  <a:schemeClr val="tx1"/>
                </a:solidFill>
                <a:latin typeface="Aptos Narrow" panose="020B0004020202020204" pitchFamily="34" charset="0"/>
              </a:rPr>
              <a:t>Example: </a:t>
            </a:r>
            <a:r>
              <a:rPr lang="en-US" sz="5600" dirty="0">
                <a:solidFill>
                  <a:schemeClr val="tx1"/>
                </a:solidFill>
                <a:latin typeface="Aptos Narrow" panose="020B0004020202020204" pitchFamily="34" charset="0"/>
              </a:rPr>
              <a:t>SELECT Title, Author, Price FROM Books;</a:t>
            </a:r>
            <a:r>
              <a:rPr lang="en-US" sz="16000" dirty="0">
                <a:solidFill>
                  <a:schemeClr val="tx1"/>
                </a:solidFill>
                <a:latin typeface="Aptos Narrow" panose="020B0004020202020204" pitchFamily="34" charset="0"/>
              </a:rPr>
              <a:t> </a:t>
            </a:r>
            <a:r>
              <a:rPr lang="en-US" sz="7200" dirty="0">
                <a:solidFill>
                  <a:schemeClr val="tx1"/>
                </a:solidFill>
                <a:latin typeface="Aptos Narrow" panose="020B0004020202020204" pitchFamily="34" charset="0"/>
              </a:rPr>
              <a:t>→ Retrieves the title, author, and price of all books in the bookstore</a:t>
            </a:r>
          </a:p>
          <a:p>
            <a:br>
              <a:rPr lang="en-US" sz="6000" dirty="0"/>
            </a:br>
            <a:endParaRPr lang="en-US" sz="6000" dirty="0"/>
          </a:p>
          <a:p>
            <a:br>
              <a:rPr lang="en-US" sz="6000" dirty="0"/>
            </a:br>
            <a:endParaRPr lang="en-US" sz="6000" dirty="0"/>
          </a:p>
          <a:p>
            <a:br>
              <a:rPr lang="en-US" sz="6000" dirty="0"/>
            </a:br>
            <a:endParaRPr lang="en-US" sz="6000" dirty="0"/>
          </a:p>
          <a:p>
            <a:endParaRPr lang="en-US" dirty="0"/>
          </a:p>
        </p:txBody>
      </p:sp>
      <p:sp>
        <p:nvSpPr>
          <p:cNvPr id="17" name="Content Placeholder 6">
            <a:extLst>
              <a:ext uri="{FF2B5EF4-FFF2-40B4-BE49-F238E27FC236}">
                <a16:creationId xmlns:a16="http://schemas.microsoft.com/office/drawing/2014/main" id="{33680A80-5C61-DD02-1119-0565C0AD5372}"/>
              </a:ext>
            </a:extLst>
          </p:cNvPr>
          <p:cNvSpPr>
            <a:spLocks noGrp="1"/>
          </p:cNvSpPr>
          <p:nvPr>
            <p:ph sz="quarter" idx="4"/>
          </p:nvPr>
        </p:nvSpPr>
        <p:spPr>
          <a:xfrm>
            <a:off x="6535881" y="1568831"/>
            <a:ext cx="5185063" cy="3720337"/>
          </a:xfrm>
        </p:spPr>
        <p:txBody>
          <a:bodyPr>
            <a:normAutofit fontScale="92500" lnSpcReduction="20000"/>
          </a:bodyPr>
          <a:lstStyle/>
          <a:p>
            <a:r>
              <a:rPr lang="en-US" sz="2100" b="1" dirty="0">
                <a:solidFill>
                  <a:schemeClr val="tx1"/>
                </a:solidFill>
                <a:latin typeface="Aptos Narrow" panose="020B0004020202020204" pitchFamily="34" charset="0"/>
              </a:rPr>
              <a:t>LIST (IN) Operator</a:t>
            </a:r>
            <a:r>
              <a:rPr lang="en-US" sz="2100" dirty="0">
                <a:solidFill>
                  <a:schemeClr val="tx1"/>
                </a:solidFill>
                <a:latin typeface="Aptos Narrow" panose="020B0004020202020204" pitchFamily="34" charset="0"/>
              </a:rPr>
              <a:t> Checks if a value matches any value in a given list. Cleaner shorthand for multiple OR conditions. </a:t>
            </a:r>
          </a:p>
          <a:p>
            <a:r>
              <a:rPr lang="en-US" sz="2100" dirty="0">
                <a:solidFill>
                  <a:schemeClr val="tx1"/>
                </a:solidFill>
                <a:latin typeface="Aptos Narrow" panose="020B0004020202020204" pitchFamily="34" charset="0"/>
              </a:rPr>
              <a:t>Example: SELECT * FROM Orders WHERE Status IN ('Shipped', 'Delivered', 'Pending'); → Returns all orders that are either Shipped, Delivered, or Pending</a:t>
            </a:r>
          </a:p>
          <a:p>
            <a:br>
              <a:rPr lang="en-US" dirty="0">
                <a:solidFill>
                  <a:schemeClr val="tx1"/>
                </a:solidFill>
                <a:latin typeface="Aptos Narrow" panose="020B0004020202020204" pitchFamily="34" charset="0"/>
              </a:rPr>
            </a:br>
            <a:endParaRPr lang="en-US" dirty="0">
              <a:solidFill>
                <a:schemeClr val="tx1"/>
              </a:solidFill>
              <a:latin typeface="Aptos Narrow" panose="020B0004020202020204" pitchFamily="34" charset="0"/>
            </a:endParaRPr>
          </a:p>
          <a:p>
            <a:r>
              <a:rPr lang="en-US" b="1" dirty="0">
                <a:solidFill>
                  <a:schemeClr val="tx1"/>
                </a:solidFill>
                <a:latin typeface="Aptos Narrow" panose="020B0004020202020204" pitchFamily="34" charset="0"/>
              </a:rPr>
              <a:t>Nullable (IS NULL) Operator</a:t>
            </a:r>
            <a:r>
              <a:rPr lang="en-US" dirty="0">
                <a:solidFill>
                  <a:schemeClr val="tx1"/>
                </a:solidFill>
                <a:latin typeface="Aptos Narrow" panose="020B0004020202020204" pitchFamily="34" charset="0"/>
              </a:rPr>
              <a:t> Checks for NULL (missing or unknown) values. Always use IS NULL or IS NOT NULL — never = NULL. </a:t>
            </a:r>
          </a:p>
          <a:p>
            <a:r>
              <a:rPr lang="en-US" dirty="0">
                <a:solidFill>
                  <a:schemeClr val="tx1"/>
                </a:solidFill>
                <a:latin typeface="Aptos Narrow" panose="020B0004020202020204" pitchFamily="34" charset="0"/>
              </a:rPr>
              <a:t>Example: SELECT * FROM Books WHERE Description IS NULL; → Finds all books that have no description entered in the database</a:t>
            </a:r>
          </a:p>
          <a:p>
            <a:endParaRPr lang="en-US" dirty="0"/>
          </a:p>
        </p:txBody>
      </p:sp>
      <p:sp>
        <p:nvSpPr>
          <p:cNvPr id="4" name="TextBox 3">
            <a:extLst>
              <a:ext uri="{FF2B5EF4-FFF2-40B4-BE49-F238E27FC236}">
                <a16:creationId xmlns:a16="http://schemas.microsoft.com/office/drawing/2014/main" id="{69F63BC2-B800-ECB0-C6B6-54039DA4DF24}"/>
              </a:ext>
            </a:extLst>
          </p:cNvPr>
          <p:cNvSpPr txBox="1"/>
          <p:nvPr/>
        </p:nvSpPr>
        <p:spPr>
          <a:xfrm>
            <a:off x="487680" y="325120"/>
            <a:ext cx="7796464" cy="369332"/>
          </a:xfrm>
          <a:prstGeom prst="rect">
            <a:avLst/>
          </a:prstGeom>
          <a:noFill/>
        </p:spPr>
        <p:txBody>
          <a:bodyPr wrap="square" rtlCol="0">
            <a:spAutoFit/>
          </a:bodyPr>
          <a:lstStyle/>
          <a:p>
            <a:r>
              <a:rPr lang="en-IN" dirty="0"/>
              <a:t>Now the data is ready for using Queries, </a:t>
            </a:r>
          </a:p>
        </p:txBody>
      </p:sp>
      <p:sp>
        <p:nvSpPr>
          <p:cNvPr id="6" name="TextBox 5">
            <a:extLst>
              <a:ext uri="{FF2B5EF4-FFF2-40B4-BE49-F238E27FC236}">
                <a16:creationId xmlns:a16="http://schemas.microsoft.com/office/drawing/2014/main" id="{6F48F01A-72A8-0739-7586-2621398EC5AB}"/>
              </a:ext>
            </a:extLst>
          </p:cNvPr>
          <p:cNvSpPr txBox="1"/>
          <p:nvPr/>
        </p:nvSpPr>
        <p:spPr>
          <a:xfrm>
            <a:off x="471056" y="3293715"/>
            <a:ext cx="5912253" cy="2031325"/>
          </a:xfrm>
          <a:prstGeom prst="rect">
            <a:avLst/>
          </a:prstGeom>
          <a:noFill/>
        </p:spPr>
        <p:txBody>
          <a:bodyPr wrap="square" rtlCol="0">
            <a:spAutoFit/>
          </a:bodyPr>
          <a:lstStyle/>
          <a:p>
            <a:r>
              <a:rPr lang="en-US" b="1" dirty="0">
                <a:latin typeface="Aptos Narrow" panose="020B0004020202020204" pitchFamily="34" charset="0"/>
              </a:rPr>
              <a:t>WHERE Clause</a:t>
            </a:r>
            <a:r>
              <a:rPr lang="en-US" dirty="0">
                <a:latin typeface="Aptos Narrow" panose="020B0004020202020204" pitchFamily="34" charset="0"/>
              </a:rPr>
              <a:t> Filters rows based on a condition. Only rows that satisfy the condition appear in the result.</a:t>
            </a:r>
          </a:p>
          <a:p>
            <a:r>
              <a:rPr lang="en-US" dirty="0">
                <a:latin typeface="Aptos Narrow" panose="020B0004020202020204" pitchFamily="34" charset="0"/>
              </a:rPr>
              <a:t> Example: SELECT * FROM Books WHERE Price &gt; 500; → Returns only books that cost more than ₹500</a:t>
            </a:r>
          </a:p>
          <a:p>
            <a:br>
              <a:rPr lang="en-US" dirty="0">
                <a:latin typeface="Aptos Narrow" panose="020B0004020202020204" pitchFamily="34" charset="0"/>
              </a:rPr>
            </a:br>
            <a:endParaRPr lang="en-US" dirty="0">
              <a:latin typeface="Aptos Narrow" panose="020B0004020202020204" pitchFamily="34" charset="0"/>
            </a:endParaRPr>
          </a:p>
          <a:p>
            <a:endParaRPr lang="en-IN" dirty="0"/>
          </a:p>
        </p:txBody>
      </p:sp>
      <p:sp>
        <p:nvSpPr>
          <p:cNvPr id="7" name="TextBox 6">
            <a:extLst>
              <a:ext uri="{FF2B5EF4-FFF2-40B4-BE49-F238E27FC236}">
                <a16:creationId xmlns:a16="http://schemas.microsoft.com/office/drawing/2014/main" id="{4EC38B99-3498-F7CC-BE18-083E1E28DD1F}"/>
              </a:ext>
            </a:extLst>
          </p:cNvPr>
          <p:cNvSpPr txBox="1"/>
          <p:nvPr/>
        </p:nvSpPr>
        <p:spPr>
          <a:xfrm>
            <a:off x="339437" y="4589697"/>
            <a:ext cx="5756563" cy="2308324"/>
          </a:xfrm>
          <a:prstGeom prst="rect">
            <a:avLst/>
          </a:prstGeom>
          <a:noFill/>
        </p:spPr>
        <p:txBody>
          <a:bodyPr wrap="square" rtlCol="0">
            <a:spAutoFit/>
          </a:bodyPr>
          <a:lstStyle/>
          <a:p>
            <a:endParaRPr lang="en-US" dirty="0"/>
          </a:p>
          <a:p>
            <a:r>
              <a:rPr lang="en-US" b="1" dirty="0">
                <a:latin typeface="Aptos Narrow" panose="020B0004020202020204" pitchFamily="34" charset="0"/>
              </a:rPr>
              <a:t>LIKE Operator</a:t>
            </a:r>
            <a:r>
              <a:rPr lang="en-US" dirty="0">
                <a:latin typeface="Aptos Narrow" panose="020B0004020202020204" pitchFamily="34" charset="0"/>
              </a:rPr>
              <a:t> Used for pattern matching in text columns. % matches any number of characters, _ matches exactly one character. </a:t>
            </a:r>
          </a:p>
          <a:p>
            <a:r>
              <a:rPr lang="en-US" dirty="0">
                <a:latin typeface="Aptos Narrow" panose="020B0004020202020204" pitchFamily="34" charset="0"/>
              </a:rPr>
              <a:t>Example: SELECT * FROM Books WHERE Title LIKE '%Harry%'; → Finds all books that have the word 'Harry' anywhere in the title</a:t>
            </a:r>
          </a:p>
          <a:p>
            <a:endParaRPr lang="en-IN" dirty="0"/>
          </a:p>
        </p:txBody>
      </p:sp>
    </p:spTree>
    <p:extLst>
      <p:ext uri="{BB962C8B-B14F-4D97-AF65-F5344CB8AC3E}">
        <p14:creationId xmlns:p14="http://schemas.microsoft.com/office/powerpoint/2010/main" val="2468595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xEl>
                                              <p:pRg st="1" end="1"/>
                                            </p:txEl>
                                          </p:spTgt>
                                        </p:tgtEl>
                                        <p:attrNameLst>
                                          <p:attrName>style.visibility</p:attrName>
                                        </p:attrNameLst>
                                      </p:cBhvr>
                                      <p:to>
                                        <p:strVal val="visible"/>
                                      </p:to>
                                    </p:set>
                                    <p:anim calcmode="lin" valueType="num">
                                      <p:cBhvr additive="base">
                                        <p:cTn id="13"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xEl>
                                              <p:pRg st="2" end="2"/>
                                            </p:txEl>
                                          </p:spTgt>
                                        </p:tgtEl>
                                        <p:attrNameLst>
                                          <p:attrName>style.visibility</p:attrName>
                                        </p:attrNameLst>
                                      </p:cBhvr>
                                      <p:to>
                                        <p:strVal val="visible"/>
                                      </p:to>
                                    </p:set>
                                    <p:anim calcmode="lin" valueType="num">
                                      <p:cBhvr additive="base">
                                        <p:cTn id="19"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
                                            <p:txEl>
                                              <p:pRg st="3" end="3"/>
                                            </p:txEl>
                                          </p:spTgt>
                                        </p:tgtEl>
                                        <p:attrNameLst>
                                          <p:attrName>style.visibility</p:attrName>
                                        </p:attrNameLst>
                                      </p:cBhvr>
                                      <p:to>
                                        <p:strVal val="visible"/>
                                      </p:to>
                                    </p:set>
                                    <p:anim calcmode="lin" valueType="num">
                                      <p:cBhvr additive="base">
                                        <p:cTn id="25"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6">
                                            <p:txEl>
                                              <p:pRg st="4" end="4"/>
                                            </p:txEl>
                                          </p:spTgt>
                                        </p:tgtEl>
                                        <p:attrNameLst>
                                          <p:attrName>style.visibility</p:attrName>
                                        </p:attrNameLst>
                                      </p:cBhvr>
                                      <p:to>
                                        <p:strVal val="visible"/>
                                      </p:to>
                                    </p:set>
                                    <p:anim calcmode="lin" valueType="num">
                                      <p:cBhvr additive="base">
                                        <p:cTn id="31"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7">
                                            <p:txEl>
                                              <p:pRg st="0" end="0"/>
                                            </p:txEl>
                                          </p:spTgt>
                                        </p:tgtEl>
                                        <p:attrNameLst>
                                          <p:attrName>style.visibility</p:attrName>
                                        </p:attrNameLst>
                                      </p:cBhvr>
                                      <p:to>
                                        <p:strVal val="visible"/>
                                      </p:to>
                                    </p:set>
                                    <p:anim calcmode="lin" valueType="num">
                                      <p:cBhvr additive="base">
                                        <p:cTn id="49"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7">
                                            <p:txEl>
                                              <p:pRg st="1" end="1"/>
                                            </p:txEl>
                                          </p:spTgt>
                                        </p:tgtEl>
                                        <p:attrNameLst>
                                          <p:attrName>style.visibility</p:attrName>
                                        </p:attrNameLst>
                                      </p:cBhvr>
                                      <p:to>
                                        <p:strVal val="visible"/>
                                      </p:to>
                                    </p:set>
                                    <p:anim calcmode="lin" valueType="num">
                                      <p:cBhvr additive="base">
                                        <p:cTn id="55" dur="500" fill="hold"/>
                                        <p:tgtEl>
                                          <p:spTgt spid="17">
                                            <p:txEl>
                                              <p:pRg st="1" end="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7">
                                            <p:txEl>
                                              <p:pRg st="2" end="2"/>
                                            </p:txEl>
                                          </p:spTgt>
                                        </p:tgtEl>
                                        <p:attrNameLst>
                                          <p:attrName>style.visibility</p:attrName>
                                        </p:attrNameLst>
                                      </p:cBhvr>
                                      <p:to>
                                        <p:strVal val="visible"/>
                                      </p:to>
                                    </p:set>
                                    <p:anim calcmode="lin" valueType="num">
                                      <p:cBhvr additive="base">
                                        <p:cTn id="61" dur="500" fill="hold"/>
                                        <p:tgtEl>
                                          <p:spTgt spid="17">
                                            <p:txEl>
                                              <p:pRg st="2" end="2"/>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7">
                                            <p:txEl>
                                              <p:pRg st="3" end="3"/>
                                            </p:txEl>
                                          </p:spTgt>
                                        </p:tgtEl>
                                        <p:attrNameLst>
                                          <p:attrName>style.visibility</p:attrName>
                                        </p:attrNameLst>
                                      </p:cBhvr>
                                      <p:to>
                                        <p:strVal val="visible"/>
                                      </p:to>
                                    </p:set>
                                    <p:anim calcmode="lin" valueType="num">
                                      <p:cBhvr additive="base">
                                        <p:cTn id="67" dur="500" fill="hold"/>
                                        <p:tgtEl>
                                          <p:spTgt spid="17">
                                            <p:txEl>
                                              <p:pRg st="3" end="3"/>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7">
                                            <p:txEl>
                                              <p:pRg st="4" end="4"/>
                                            </p:txEl>
                                          </p:spTgt>
                                        </p:tgtEl>
                                        <p:attrNameLst>
                                          <p:attrName>style.visibility</p:attrName>
                                        </p:attrNameLst>
                                      </p:cBhvr>
                                      <p:to>
                                        <p:strVal val="visible"/>
                                      </p:to>
                                    </p:set>
                                    <p:anim calcmode="lin" valueType="num">
                                      <p:cBhvr additive="base">
                                        <p:cTn id="73" dur="500" fill="hold"/>
                                        <p:tgtEl>
                                          <p:spTgt spid="17">
                                            <p:txEl>
                                              <p:pRg st="4" end="4"/>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P spid="17" grpId="0" build="p"/>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560CCEC-1989-B815-83DC-EE26E536486A}"/>
              </a:ext>
            </a:extLst>
          </p:cNvPr>
          <p:cNvSpPr>
            <a:spLocks noGrp="1"/>
          </p:cNvSpPr>
          <p:nvPr>
            <p:ph type="sldNum" sz="quarter" idx="10"/>
          </p:nvPr>
        </p:nvSpPr>
        <p:spPr/>
        <p:txBody>
          <a:bodyPr/>
          <a:lstStyle/>
          <a:p>
            <a:fld id="{48F63A3B-78C7-47BE-AE5E-E10140E04643}" type="slidenum">
              <a:rPr lang="en-US" smtClean="0"/>
              <a:pPr/>
              <a:t>10</a:t>
            </a:fld>
            <a:endParaRPr lang="en-US" dirty="0"/>
          </a:p>
        </p:txBody>
      </p:sp>
      <p:sp>
        <p:nvSpPr>
          <p:cNvPr id="6" name="TextBox 5">
            <a:extLst>
              <a:ext uri="{FF2B5EF4-FFF2-40B4-BE49-F238E27FC236}">
                <a16:creationId xmlns:a16="http://schemas.microsoft.com/office/drawing/2014/main" id="{1E284629-851B-F637-B01C-AD6B5EB5CA64}"/>
              </a:ext>
            </a:extLst>
          </p:cNvPr>
          <p:cNvSpPr txBox="1"/>
          <p:nvPr/>
        </p:nvSpPr>
        <p:spPr>
          <a:xfrm>
            <a:off x="1309255" y="602673"/>
            <a:ext cx="9403772" cy="3693319"/>
          </a:xfrm>
          <a:prstGeom prst="rect">
            <a:avLst/>
          </a:prstGeom>
          <a:noFill/>
        </p:spPr>
        <p:txBody>
          <a:bodyPr wrap="square" rtlCol="0">
            <a:spAutoFit/>
          </a:bodyPr>
          <a:lstStyle/>
          <a:p>
            <a:r>
              <a:rPr lang="en-US" b="1" dirty="0">
                <a:latin typeface="Aptos Narrow" panose="020B0004020202020204" pitchFamily="34" charset="0"/>
              </a:rPr>
              <a:t>String Operators &amp; Functions</a:t>
            </a:r>
            <a:r>
              <a:rPr lang="en-US" dirty="0">
                <a:latin typeface="Aptos Narrow" panose="020B0004020202020204" pitchFamily="34" charset="0"/>
              </a:rPr>
              <a:t> Used to manipulate and search text data stored in columns. Common functions: CONCAT, UPPER, LOWER, SUBSTRING, TRIM.</a:t>
            </a:r>
          </a:p>
          <a:p>
            <a:endParaRPr lang="en-US" dirty="0">
              <a:latin typeface="Aptos Narrow" panose="020B0004020202020204" pitchFamily="34" charset="0"/>
            </a:endParaRPr>
          </a:p>
          <a:p>
            <a:r>
              <a:rPr lang="en-US" dirty="0">
                <a:latin typeface="Aptos Narrow" panose="020B0004020202020204" pitchFamily="34" charset="0"/>
              </a:rPr>
              <a:t>CONCAT → SELECT CONCAT(FirstName, ' ', LastName) AS </a:t>
            </a:r>
            <a:r>
              <a:rPr lang="en-US" dirty="0" err="1">
                <a:latin typeface="Aptos Narrow" panose="020B0004020202020204" pitchFamily="34" charset="0"/>
              </a:rPr>
              <a:t>CustomerName</a:t>
            </a:r>
            <a:r>
              <a:rPr lang="en-US" dirty="0">
                <a:latin typeface="Aptos Narrow" panose="020B0004020202020204" pitchFamily="34" charset="0"/>
              </a:rPr>
              <a:t> FROM Customers; → Combines first and last name of each customer into one full name</a:t>
            </a:r>
          </a:p>
          <a:p>
            <a:endParaRPr lang="en-US" dirty="0">
              <a:latin typeface="Aptos Narrow" panose="020B0004020202020204" pitchFamily="34" charset="0"/>
            </a:endParaRPr>
          </a:p>
          <a:p>
            <a:r>
              <a:rPr lang="en-US" dirty="0">
                <a:latin typeface="Aptos Narrow" panose="020B0004020202020204" pitchFamily="34" charset="0"/>
              </a:rPr>
              <a:t>UPPER → SELECT UPPER(Genre) FROM Books; → Converts all genre names to uppercase (e.g., fiction → FICTION)</a:t>
            </a:r>
          </a:p>
          <a:p>
            <a:r>
              <a:rPr lang="en-US" dirty="0">
                <a:latin typeface="Aptos Narrow" panose="020B0004020202020204" pitchFamily="34" charset="0"/>
              </a:rPr>
              <a:t>SUBSTRING → SELECT SUBSTRING(Title, 1, 10) FROM Books; → Extracts the first 10 characters of each book title</a:t>
            </a:r>
          </a:p>
          <a:p>
            <a:br>
              <a:rPr lang="en-US" dirty="0">
                <a:latin typeface="Aptos Narrow" panose="020B0004020202020204" pitchFamily="34" charset="0"/>
              </a:rPr>
            </a:br>
            <a:endParaRPr lang="en-US" dirty="0">
              <a:latin typeface="Aptos Narrow" panose="020B0004020202020204" pitchFamily="34" charset="0"/>
            </a:endParaRPr>
          </a:p>
          <a:p>
            <a:endParaRPr lang="en-IN" dirty="0"/>
          </a:p>
        </p:txBody>
      </p:sp>
      <p:sp>
        <p:nvSpPr>
          <p:cNvPr id="7" name="TextBox 6">
            <a:extLst>
              <a:ext uri="{FF2B5EF4-FFF2-40B4-BE49-F238E27FC236}">
                <a16:creationId xmlns:a16="http://schemas.microsoft.com/office/drawing/2014/main" id="{15E44058-50B7-2382-FD0D-A0625586705A}"/>
              </a:ext>
            </a:extLst>
          </p:cNvPr>
          <p:cNvSpPr txBox="1"/>
          <p:nvPr/>
        </p:nvSpPr>
        <p:spPr>
          <a:xfrm>
            <a:off x="1271155" y="3553690"/>
            <a:ext cx="9694718" cy="3416320"/>
          </a:xfrm>
          <a:prstGeom prst="rect">
            <a:avLst/>
          </a:prstGeom>
          <a:noFill/>
        </p:spPr>
        <p:txBody>
          <a:bodyPr wrap="square" rtlCol="0">
            <a:spAutoFit/>
          </a:bodyPr>
          <a:lstStyle/>
          <a:p>
            <a:r>
              <a:rPr lang="en-US" b="1" dirty="0">
                <a:latin typeface="Aptos Narrow" panose="020B0004020202020204" pitchFamily="34" charset="0"/>
              </a:rPr>
              <a:t>Date Functions</a:t>
            </a:r>
            <a:r>
              <a:rPr lang="en-US" dirty="0">
                <a:latin typeface="Aptos Narrow" panose="020B0004020202020204" pitchFamily="34" charset="0"/>
              </a:rPr>
              <a:t> Built-in functions to extract, compare, and format date/time values in the database.</a:t>
            </a:r>
          </a:p>
          <a:p>
            <a:r>
              <a:rPr lang="en-US" dirty="0">
                <a:latin typeface="Aptos Narrow" panose="020B0004020202020204" pitchFamily="34" charset="0"/>
              </a:rPr>
              <a:t>NOW() → SELECT NOW(); → Returns the current date and time (useful for logging order placed time)</a:t>
            </a:r>
          </a:p>
          <a:p>
            <a:endParaRPr lang="en-US" dirty="0">
              <a:latin typeface="Aptos Narrow" panose="020B0004020202020204" pitchFamily="34" charset="0"/>
            </a:endParaRPr>
          </a:p>
          <a:p>
            <a:r>
              <a:rPr lang="en-US" dirty="0">
                <a:latin typeface="Aptos Narrow" panose="020B0004020202020204" pitchFamily="34" charset="0"/>
              </a:rPr>
              <a:t>YEAR() / MONTH() → SELECT YEAR(</a:t>
            </a:r>
            <a:r>
              <a:rPr lang="en-US" dirty="0" err="1">
                <a:latin typeface="Aptos Narrow" panose="020B0004020202020204" pitchFamily="34" charset="0"/>
              </a:rPr>
              <a:t>OrderDate</a:t>
            </a:r>
            <a:r>
              <a:rPr lang="en-US" dirty="0">
                <a:latin typeface="Aptos Narrow" panose="020B0004020202020204" pitchFamily="34" charset="0"/>
              </a:rPr>
              <a:t>) FROM Orders; → Extracts the year from when each order was placed</a:t>
            </a:r>
          </a:p>
          <a:p>
            <a:endParaRPr lang="en-US" dirty="0">
              <a:latin typeface="Aptos Narrow" panose="020B0004020202020204" pitchFamily="34" charset="0"/>
            </a:endParaRPr>
          </a:p>
          <a:p>
            <a:r>
              <a:rPr lang="en-US" dirty="0">
                <a:latin typeface="Aptos Narrow" panose="020B0004020202020204" pitchFamily="34" charset="0"/>
              </a:rPr>
              <a:t>DATEDIFF() → SELECT DATEDIFF(</a:t>
            </a:r>
            <a:r>
              <a:rPr lang="en-US" dirty="0" err="1">
                <a:latin typeface="Aptos Narrow" panose="020B0004020202020204" pitchFamily="34" charset="0"/>
              </a:rPr>
              <a:t>DeliveryDate</a:t>
            </a:r>
            <a:r>
              <a:rPr lang="en-US" dirty="0">
                <a:latin typeface="Aptos Narrow" panose="020B0004020202020204" pitchFamily="34" charset="0"/>
              </a:rPr>
              <a:t>, </a:t>
            </a:r>
            <a:r>
              <a:rPr lang="en-US" dirty="0" err="1">
                <a:latin typeface="Aptos Narrow" panose="020B0004020202020204" pitchFamily="34" charset="0"/>
              </a:rPr>
              <a:t>OrderDate</a:t>
            </a:r>
            <a:r>
              <a:rPr lang="en-US" dirty="0">
                <a:latin typeface="Aptos Narrow" panose="020B0004020202020204" pitchFamily="34" charset="0"/>
              </a:rPr>
              <a:t>) FROM Orders; → Calculates how many days it took to deliver each order  </a:t>
            </a:r>
          </a:p>
          <a:p>
            <a:endParaRPr lang="en-US" dirty="0">
              <a:latin typeface="Aptos Narrow" panose="020B0004020202020204" pitchFamily="34" charset="0"/>
            </a:endParaRPr>
          </a:p>
          <a:p>
            <a:r>
              <a:rPr lang="en-US" dirty="0">
                <a:latin typeface="Aptos Narrow" panose="020B0004020202020204" pitchFamily="34" charset="0"/>
              </a:rPr>
              <a:t>DATE_FORMAT() → SELECT DATE_FORMAT(</a:t>
            </a:r>
            <a:r>
              <a:rPr lang="en-US" dirty="0" err="1">
                <a:latin typeface="Aptos Narrow" panose="020B0004020202020204" pitchFamily="34" charset="0"/>
              </a:rPr>
              <a:t>OrderDate</a:t>
            </a:r>
            <a:r>
              <a:rPr lang="en-US" dirty="0">
                <a:latin typeface="Aptos Narrow" panose="020B0004020202020204" pitchFamily="34" charset="0"/>
              </a:rPr>
              <a:t>, '%d-%m-%Y') FROM Orders; → Displays the order date in DD-MM-YYYY format</a:t>
            </a:r>
          </a:p>
          <a:p>
            <a:endParaRPr lang="en-IN" dirty="0"/>
          </a:p>
        </p:txBody>
      </p:sp>
    </p:spTree>
    <p:extLst>
      <p:ext uri="{BB962C8B-B14F-4D97-AF65-F5344CB8AC3E}">
        <p14:creationId xmlns:p14="http://schemas.microsoft.com/office/powerpoint/2010/main" val="3103329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11</a:t>
            </a:fld>
            <a:endParaRPr lang="en-US" dirty="0"/>
          </a:p>
        </p:txBody>
      </p:sp>
      <p:sp>
        <p:nvSpPr>
          <p:cNvPr id="11" name="Rectangle 1">
            <a:extLst>
              <a:ext uri="{FF2B5EF4-FFF2-40B4-BE49-F238E27FC236}">
                <a16:creationId xmlns:a16="http://schemas.microsoft.com/office/drawing/2014/main" id="{76BFC6B8-40A0-4C99-57C3-457A3CDB465A}"/>
              </a:ext>
            </a:extLst>
          </p:cNvPr>
          <p:cNvSpPr>
            <a:spLocks noChangeArrowheads="1"/>
          </p:cNvSpPr>
          <p:nvPr/>
        </p:nvSpPr>
        <p:spPr bwMode="auto">
          <a:xfrm>
            <a:off x="468935" y="565639"/>
            <a:ext cx="1165428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sng" strike="noStrike" cap="none" normalizeH="0" baseline="0" dirty="0">
                <a:ln>
                  <a:noFill/>
                </a:ln>
                <a:solidFill>
                  <a:schemeClr val="tx1"/>
                </a:solidFill>
                <a:effectLst/>
                <a:latin typeface="Aptos Narrow" panose="020B0004020202020204" pitchFamily="34" charset="0"/>
              </a:rPr>
              <a:t>INNER JOIN</a:t>
            </a:r>
            <a:r>
              <a:rPr kumimoji="0" lang="en-US" altLang="en-US" sz="1600" b="0" i="0" strike="noStrike" cap="none" normalizeH="0" baseline="0" dirty="0">
                <a:ln>
                  <a:noFill/>
                </a:ln>
                <a:solidFill>
                  <a:schemeClr val="tx1"/>
                </a:solidFill>
                <a:effectLst/>
                <a:latin typeface="Aptos Narrow" panose="020B0004020202020204" pitchFamily="34" charset="0"/>
              </a:rPr>
              <a:t>     </a:t>
            </a:r>
            <a:r>
              <a:rPr kumimoji="0" lang="en-US" altLang="en-US" sz="1600" b="0" i="0" u="none" strike="noStrike" cap="none" normalizeH="0" baseline="0" dirty="0">
                <a:ln>
                  <a:noFill/>
                </a:ln>
                <a:solidFill>
                  <a:schemeClr val="tx1"/>
                </a:solidFill>
                <a:effectLst/>
                <a:latin typeface="Aptos Narrow" panose="020B0004020202020204" pitchFamily="34" charset="0"/>
              </a:rPr>
              <a:t>Returns only the rows where there is a matching value in both tables.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Narrow" panose="020B0004020202020204" pitchFamily="34" charset="0"/>
              </a:rPr>
              <a:t> Non-matching rows are excluded.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Narrow" panose="020B0004020202020204" pitchFamily="34" charset="0"/>
              </a:rPr>
              <a:t> Example: SELECT </a:t>
            </a:r>
            <a:r>
              <a:rPr kumimoji="0" lang="en-US" altLang="en-US" sz="1600" b="0" i="0" u="none" strike="noStrike" cap="none" normalizeH="0" baseline="0" dirty="0" err="1">
                <a:ln>
                  <a:noFill/>
                </a:ln>
                <a:solidFill>
                  <a:schemeClr val="tx1"/>
                </a:solidFill>
                <a:effectLst/>
                <a:latin typeface="Aptos Narrow" panose="020B0004020202020204" pitchFamily="34" charset="0"/>
              </a:rPr>
              <a:t>Customers.Name</a:t>
            </a:r>
            <a:r>
              <a:rPr kumimoji="0" lang="en-US" altLang="en-US" sz="1600" b="0" i="0" u="none" strike="noStrike" cap="none" normalizeH="0" baseline="0" dirty="0">
                <a:ln>
                  <a:noFill/>
                </a:ln>
                <a:solidFill>
                  <a:schemeClr val="tx1"/>
                </a:solidFill>
                <a:effectLst/>
                <a:latin typeface="Aptos Narrow" panose="020B0004020202020204" pitchFamily="34" charset="0"/>
              </a:rPr>
              <a:t>, </a:t>
            </a:r>
            <a:r>
              <a:rPr kumimoji="0" lang="en-US" altLang="en-US" sz="1600" b="0" i="0" u="none" strike="noStrike" cap="none" normalizeH="0" baseline="0" dirty="0" err="1">
                <a:ln>
                  <a:noFill/>
                </a:ln>
                <a:solidFill>
                  <a:schemeClr val="tx1"/>
                </a:solidFill>
                <a:effectLst/>
                <a:latin typeface="Aptos Narrow" panose="020B0004020202020204" pitchFamily="34" charset="0"/>
              </a:rPr>
              <a:t>Orders.OrderID</a:t>
            </a:r>
            <a:r>
              <a:rPr kumimoji="0" lang="en-US" altLang="en-US" sz="1600" b="0" i="0" u="none" strike="noStrike" cap="none" normalizeH="0" baseline="0" dirty="0">
                <a:ln>
                  <a:noFill/>
                </a:ln>
                <a:solidFill>
                  <a:schemeClr val="tx1"/>
                </a:solidFill>
                <a:effectLst/>
                <a:latin typeface="Aptos Narrow" panose="020B0004020202020204" pitchFamily="34" charset="0"/>
              </a:rPr>
              <a:t> FROM Customers INNER JOIN Orders ON </a:t>
            </a:r>
            <a:r>
              <a:rPr kumimoji="0" lang="en-US" altLang="en-US" sz="1600" b="0" i="0" u="none" strike="noStrike" cap="none" normalizeH="0" baseline="0" dirty="0" err="1">
                <a:ln>
                  <a:noFill/>
                </a:ln>
                <a:solidFill>
                  <a:schemeClr val="tx1"/>
                </a:solidFill>
                <a:effectLst/>
                <a:latin typeface="Aptos Narrow" panose="020B0004020202020204" pitchFamily="34" charset="0"/>
              </a:rPr>
              <a:t>Customers.CustomerID</a:t>
            </a:r>
            <a:r>
              <a:rPr kumimoji="0" lang="en-US" altLang="en-US" sz="1600" b="0" i="0" u="none" strike="noStrike" cap="none" normalizeH="0" baseline="0" dirty="0">
                <a:ln>
                  <a:noFill/>
                </a:ln>
                <a:solidFill>
                  <a:schemeClr val="tx1"/>
                </a:solidFill>
                <a:effectLst/>
                <a:latin typeface="Aptos Narrow" panose="020B0004020202020204" pitchFamily="34" charset="0"/>
              </a:rPr>
              <a:t> = </a:t>
            </a:r>
            <a:r>
              <a:rPr kumimoji="0" lang="en-US" altLang="en-US" sz="1600" b="0" i="0" u="none" strike="noStrike" cap="none" normalizeH="0" baseline="0" dirty="0" err="1">
                <a:ln>
                  <a:noFill/>
                </a:ln>
                <a:solidFill>
                  <a:schemeClr val="tx1"/>
                </a:solidFill>
                <a:effectLst/>
                <a:latin typeface="Aptos Narrow" panose="020B0004020202020204" pitchFamily="34" charset="0"/>
              </a:rPr>
              <a:t>Orders.CustomerID</a:t>
            </a:r>
            <a:r>
              <a:rPr kumimoji="0" lang="en-US" altLang="en-US" sz="1600" b="0" i="0" u="none" strike="noStrike" cap="none" normalizeH="0" baseline="0" dirty="0">
                <a:ln>
                  <a:noFill/>
                </a:ln>
                <a:solidFill>
                  <a:schemeClr val="tx1"/>
                </a:solidFill>
                <a:effectLst/>
                <a:latin typeface="Aptos Narrow" panose="020B00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Narrow" panose="020B0004020202020204" pitchFamily="34" charset="0"/>
              </a:rPr>
              <a:t>→ Returns only customers who have placed at least one order — customers with no orders are not shown</a:t>
            </a:r>
          </a:p>
        </p:txBody>
      </p:sp>
      <p:sp>
        <p:nvSpPr>
          <p:cNvPr id="15" name="Rectangle 3">
            <a:extLst>
              <a:ext uri="{FF2B5EF4-FFF2-40B4-BE49-F238E27FC236}">
                <a16:creationId xmlns:a16="http://schemas.microsoft.com/office/drawing/2014/main" id="{86072502-6A2F-9FCA-A25E-A7CEF8A1AC50}"/>
              </a:ext>
            </a:extLst>
          </p:cNvPr>
          <p:cNvSpPr>
            <a:spLocks noChangeArrowheads="1"/>
          </p:cNvSpPr>
          <p:nvPr/>
        </p:nvSpPr>
        <p:spPr bwMode="auto">
          <a:xfrm>
            <a:off x="468935" y="1572597"/>
            <a:ext cx="12192000"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ptos Narrow"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sng" strike="noStrike" cap="none" normalizeH="0" baseline="0" dirty="0">
                <a:ln>
                  <a:noFill/>
                </a:ln>
                <a:solidFill>
                  <a:schemeClr val="tx1"/>
                </a:solidFill>
                <a:effectLst/>
                <a:latin typeface="Aptos Narrow" panose="020B0004020202020204" pitchFamily="34" charset="0"/>
              </a:rPr>
              <a:t>LEFT JOIN</a:t>
            </a:r>
            <a:r>
              <a:rPr kumimoji="0" lang="en-US" altLang="en-US" sz="1600" b="0" i="0" strike="noStrike" cap="none" normalizeH="0" baseline="0" dirty="0">
                <a:ln>
                  <a:noFill/>
                </a:ln>
                <a:solidFill>
                  <a:schemeClr val="tx1"/>
                </a:solidFill>
                <a:effectLst/>
                <a:latin typeface="Aptos Narrow" panose="020B0004020202020204" pitchFamily="34" charset="0"/>
              </a:rPr>
              <a:t>      </a:t>
            </a:r>
            <a:r>
              <a:rPr kumimoji="0" lang="en-US" altLang="en-US" sz="1600" b="0" i="0" u="none" strike="noStrike" cap="none" normalizeH="0" baseline="0" dirty="0">
                <a:ln>
                  <a:noFill/>
                </a:ln>
                <a:solidFill>
                  <a:schemeClr val="tx1"/>
                </a:solidFill>
                <a:effectLst/>
                <a:latin typeface="Aptos Narrow" panose="020B0004020202020204" pitchFamily="34" charset="0"/>
              </a:rPr>
              <a:t>Returns all rows from the left table and the matching rows from the right table.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Narrow" panose="020B0004020202020204" pitchFamily="34" charset="0"/>
              </a:rPr>
              <a:t> If no match, NULL is shown for right table columns.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Narrow" panose="020B0004020202020204" pitchFamily="34" charset="0"/>
              </a:rPr>
              <a:t> Example: SELECT </a:t>
            </a:r>
            <a:r>
              <a:rPr kumimoji="0" lang="en-US" altLang="en-US" sz="1600" b="0" i="0" u="none" strike="noStrike" cap="none" normalizeH="0" baseline="0" dirty="0" err="1">
                <a:ln>
                  <a:noFill/>
                </a:ln>
                <a:solidFill>
                  <a:schemeClr val="tx1"/>
                </a:solidFill>
                <a:effectLst/>
                <a:latin typeface="Aptos Narrow" panose="020B0004020202020204" pitchFamily="34" charset="0"/>
              </a:rPr>
              <a:t>Customers.Name</a:t>
            </a:r>
            <a:r>
              <a:rPr kumimoji="0" lang="en-US" altLang="en-US" sz="1600" b="0" i="0" u="none" strike="noStrike" cap="none" normalizeH="0" baseline="0" dirty="0">
                <a:ln>
                  <a:noFill/>
                </a:ln>
                <a:solidFill>
                  <a:schemeClr val="tx1"/>
                </a:solidFill>
                <a:effectLst/>
                <a:latin typeface="Aptos Narrow" panose="020B0004020202020204" pitchFamily="34" charset="0"/>
              </a:rPr>
              <a:t>, </a:t>
            </a:r>
            <a:r>
              <a:rPr kumimoji="0" lang="en-US" altLang="en-US" sz="1600" b="0" i="0" u="none" strike="noStrike" cap="none" normalizeH="0" baseline="0" dirty="0" err="1">
                <a:ln>
                  <a:noFill/>
                </a:ln>
                <a:solidFill>
                  <a:schemeClr val="tx1"/>
                </a:solidFill>
                <a:effectLst/>
                <a:latin typeface="Aptos Narrow" panose="020B0004020202020204" pitchFamily="34" charset="0"/>
              </a:rPr>
              <a:t>Orders.OrderID</a:t>
            </a:r>
            <a:r>
              <a:rPr kumimoji="0" lang="en-US" altLang="en-US" sz="1600" b="0" i="0" u="none" strike="noStrike" cap="none" normalizeH="0" baseline="0" dirty="0">
                <a:ln>
                  <a:noFill/>
                </a:ln>
                <a:solidFill>
                  <a:schemeClr val="tx1"/>
                </a:solidFill>
                <a:effectLst/>
                <a:latin typeface="Aptos Narrow" panose="020B0004020202020204" pitchFamily="34" charset="0"/>
              </a:rPr>
              <a:t> FROM Customers LEFT JOIN Orders ON </a:t>
            </a:r>
            <a:r>
              <a:rPr kumimoji="0" lang="en-US" altLang="en-US" sz="1600" b="0" i="0" u="none" strike="noStrike" cap="none" normalizeH="0" baseline="0" dirty="0" err="1">
                <a:ln>
                  <a:noFill/>
                </a:ln>
                <a:solidFill>
                  <a:schemeClr val="tx1"/>
                </a:solidFill>
                <a:effectLst/>
                <a:latin typeface="Aptos Narrow" panose="020B0004020202020204" pitchFamily="34" charset="0"/>
              </a:rPr>
              <a:t>Customers.CustomerID</a:t>
            </a:r>
            <a:r>
              <a:rPr kumimoji="0" lang="en-US" altLang="en-US" sz="1600" b="0" i="0" u="none" strike="noStrike" cap="none" normalizeH="0" baseline="0" dirty="0">
                <a:ln>
                  <a:noFill/>
                </a:ln>
                <a:solidFill>
                  <a:schemeClr val="tx1"/>
                </a:solidFill>
                <a:effectLst/>
                <a:latin typeface="Aptos Narrow" panose="020B0004020202020204" pitchFamily="34" charset="0"/>
              </a:rPr>
              <a:t> = </a:t>
            </a:r>
            <a:r>
              <a:rPr kumimoji="0" lang="en-US" altLang="en-US" sz="1600" b="0" i="0" u="none" strike="noStrike" cap="none" normalizeH="0" baseline="0" dirty="0" err="1">
                <a:ln>
                  <a:noFill/>
                </a:ln>
                <a:solidFill>
                  <a:schemeClr val="tx1"/>
                </a:solidFill>
                <a:effectLst/>
                <a:latin typeface="Aptos Narrow" panose="020B0004020202020204" pitchFamily="34" charset="0"/>
              </a:rPr>
              <a:t>Orders.CustomerID</a:t>
            </a:r>
            <a:r>
              <a:rPr kumimoji="0" lang="en-US" altLang="en-US" sz="1600" b="0" i="0" u="none" strike="noStrike" cap="none" normalizeH="0" baseline="0" dirty="0">
                <a:ln>
                  <a:noFill/>
                </a:ln>
                <a:solidFill>
                  <a:schemeClr val="tx1"/>
                </a:solidFill>
                <a:effectLst/>
                <a:latin typeface="Aptos Narrow" panose="020B00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Narrow" panose="020B0004020202020204" pitchFamily="34" charset="0"/>
              </a:rPr>
              <a:t>→ Returns all customers including those who have never placed an order (their </a:t>
            </a:r>
            <a:r>
              <a:rPr kumimoji="0" lang="en-US" altLang="en-US" sz="1600" b="0" i="0" u="none" strike="noStrike" cap="none" normalizeH="0" baseline="0" dirty="0" err="1">
                <a:ln>
                  <a:noFill/>
                </a:ln>
                <a:solidFill>
                  <a:schemeClr val="tx1"/>
                </a:solidFill>
                <a:effectLst/>
                <a:latin typeface="Aptos Narrow" panose="020B0004020202020204" pitchFamily="34" charset="0"/>
              </a:rPr>
              <a:t>OrderID</a:t>
            </a:r>
            <a:r>
              <a:rPr kumimoji="0" lang="en-US" altLang="en-US" sz="1600" b="0" i="0" u="none" strike="noStrike" cap="none" normalizeH="0" baseline="0" dirty="0">
                <a:ln>
                  <a:noFill/>
                </a:ln>
                <a:solidFill>
                  <a:schemeClr val="tx1"/>
                </a:solidFill>
                <a:effectLst/>
                <a:latin typeface="Aptos Narrow" panose="020B0004020202020204" pitchFamily="34" charset="0"/>
              </a:rPr>
              <a:t> shows as NULL)</a:t>
            </a:r>
          </a:p>
        </p:txBody>
      </p:sp>
      <p:sp>
        <p:nvSpPr>
          <p:cNvPr id="17" name="Rectangle 5">
            <a:extLst>
              <a:ext uri="{FF2B5EF4-FFF2-40B4-BE49-F238E27FC236}">
                <a16:creationId xmlns:a16="http://schemas.microsoft.com/office/drawing/2014/main" id="{AA8C2DE6-690B-6F48-F853-D1C1B074DD59}"/>
              </a:ext>
            </a:extLst>
          </p:cNvPr>
          <p:cNvSpPr>
            <a:spLocks noChangeArrowheads="1"/>
          </p:cNvSpPr>
          <p:nvPr/>
        </p:nvSpPr>
        <p:spPr bwMode="auto">
          <a:xfrm>
            <a:off x="468935" y="3082519"/>
            <a:ext cx="1148549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ptos Narrow"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sng" strike="noStrike" cap="none" normalizeH="0" baseline="0" dirty="0">
                <a:ln>
                  <a:noFill/>
                </a:ln>
                <a:solidFill>
                  <a:schemeClr val="tx1"/>
                </a:solidFill>
                <a:effectLst/>
                <a:latin typeface="Aptos Narrow" panose="020B0004020202020204" pitchFamily="34" charset="0"/>
              </a:rPr>
              <a:t>RIGHT JOIN</a:t>
            </a:r>
            <a:r>
              <a:rPr kumimoji="0" lang="en-US" altLang="en-US" sz="1600" b="1" i="0" strike="noStrike" cap="none" normalizeH="0" baseline="0" dirty="0">
                <a:ln>
                  <a:noFill/>
                </a:ln>
                <a:solidFill>
                  <a:schemeClr val="tx1"/>
                </a:solidFill>
                <a:effectLst/>
                <a:latin typeface="Aptos Narrow" panose="020B0004020202020204" pitchFamily="34" charset="0"/>
              </a:rPr>
              <a:t>   </a:t>
            </a:r>
            <a:r>
              <a:rPr kumimoji="0" lang="en-US" altLang="en-US" sz="1600" b="1" i="0" strike="noStrike" cap="none" normalizeH="0" dirty="0">
                <a:ln>
                  <a:noFill/>
                </a:ln>
                <a:solidFill>
                  <a:schemeClr val="tx1"/>
                </a:solidFill>
                <a:effectLst/>
                <a:latin typeface="Aptos Narrow" panose="020B0004020202020204" pitchFamily="34" charset="0"/>
              </a:rPr>
              <a:t>  </a:t>
            </a:r>
            <a:r>
              <a:rPr kumimoji="0" lang="en-US" altLang="en-US" sz="1600" b="0" i="0" u="none" strike="noStrike" cap="none" normalizeH="0" baseline="0" dirty="0">
                <a:ln>
                  <a:noFill/>
                </a:ln>
                <a:solidFill>
                  <a:schemeClr val="tx1"/>
                </a:solidFill>
                <a:effectLst/>
                <a:latin typeface="Aptos Narrow" panose="020B0004020202020204" pitchFamily="34" charset="0"/>
              </a:rPr>
              <a:t>Returns all rows from the right table and the matching rows from the left table. If no match, NULL is shown for left table columns.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Narrow" panose="020B0004020202020204" pitchFamily="34" charset="0"/>
              </a:rPr>
              <a:t>SELECT </a:t>
            </a:r>
            <a:r>
              <a:rPr kumimoji="0" lang="en-US" altLang="en-US" sz="1600" b="0" i="0" u="none" strike="noStrike" cap="none" normalizeH="0" baseline="0" dirty="0" err="1">
                <a:ln>
                  <a:noFill/>
                </a:ln>
                <a:solidFill>
                  <a:schemeClr val="tx1"/>
                </a:solidFill>
                <a:effectLst/>
                <a:latin typeface="Aptos Narrow" panose="020B0004020202020204" pitchFamily="34" charset="0"/>
              </a:rPr>
              <a:t>Customers.Name</a:t>
            </a:r>
            <a:r>
              <a:rPr kumimoji="0" lang="en-US" altLang="en-US" sz="1600" b="0" i="0" u="none" strike="noStrike" cap="none" normalizeH="0" baseline="0" dirty="0">
                <a:ln>
                  <a:noFill/>
                </a:ln>
                <a:solidFill>
                  <a:schemeClr val="tx1"/>
                </a:solidFill>
                <a:effectLst/>
                <a:latin typeface="Aptos Narrow" panose="020B0004020202020204" pitchFamily="34" charset="0"/>
              </a:rPr>
              <a:t>, </a:t>
            </a:r>
            <a:r>
              <a:rPr kumimoji="0" lang="en-US" altLang="en-US" sz="1600" b="0" i="0" u="none" strike="noStrike" cap="none" normalizeH="0" baseline="0" dirty="0" err="1">
                <a:ln>
                  <a:noFill/>
                </a:ln>
                <a:solidFill>
                  <a:schemeClr val="tx1"/>
                </a:solidFill>
                <a:effectLst/>
                <a:latin typeface="Aptos Narrow" panose="020B0004020202020204" pitchFamily="34" charset="0"/>
              </a:rPr>
              <a:t>Orders.OrderID</a:t>
            </a:r>
            <a:r>
              <a:rPr kumimoji="0" lang="en-US" altLang="en-US" sz="1600" b="0" i="0" u="none" strike="noStrike" cap="none" normalizeH="0" baseline="0" dirty="0">
                <a:ln>
                  <a:noFill/>
                </a:ln>
                <a:solidFill>
                  <a:schemeClr val="tx1"/>
                </a:solidFill>
                <a:effectLst/>
                <a:latin typeface="Aptos Narrow" panose="020B0004020202020204" pitchFamily="34" charset="0"/>
              </a:rPr>
              <a:t> FROM Customers RIGHT JOIN Orders ON </a:t>
            </a:r>
            <a:r>
              <a:rPr kumimoji="0" lang="en-US" altLang="en-US" sz="1600" b="0" i="0" u="none" strike="noStrike" cap="none" normalizeH="0" baseline="0" dirty="0" err="1">
                <a:ln>
                  <a:noFill/>
                </a:ln>
                <a:solidFill>
                  <a:schemeClr val="tx1"/>
                </a:solidFill>
                <a:effectLst/>
                <a:latin typeface="Aptos Narrow" panose="020B0004020202020204" pitchFamily="34" charset="0"/>
              </a:rPr>
              <a:t>Customers.CustomerID</a:t>
            </a:r>
            <a:r>
              <a:rPr kumimoji="0" lang="en-US" altLang="en-US" sz="1600" b="0" i="0" u="none" strike="noStrike" cap="none" normalizeH="0" baseline="0" dirty="0">
                <a:ln>
                  <a:noFill/>
                </a:ln>
                <a:solidFill>
                  <a:schemeClr val="tx1"/>
                </a:solidFill>
                <a:effectLst/>
                <a:latin typeface="Aptos Narrow" panose="020B0004020202020204" pitchFamily="34" charset="0"/>
              </a:rPr>
              <a:t> = </a:t>
            </a:r>
            <a:r>
              <a:rPr kumimoji="0" lang="en-US" altLang="en-US" sz="1600" b="0" i="0" u="none" strike="noStrike" cap="none" normalizeH="0" baseline="0" dirty="0" err="1">
                <a:ln>
                  <a:noFill/>
                </a:ln>
                <a:solidFill>
                  <a:schemeClr val="tx1"/>
                </a:solidFill>
                <a:effectLst/>
                <a:latin typeface="Aptos Narrow" panose="020B0004020202020204" pitchFamily="34" charset="0"/>
              </a:rPr>
              <a:t>Orders.CustomerID</a:t>
            </a:r>
            <a:r>
              <a:rPr kumimoji="0" lang="en-US" altLang="en-US" sz="1600" b="0" i="0" u="none" strike="noStrike" cap="none" normalizeH="0" baseline="0" dirty="0">
                <a:ln>
                  <a:noFill/>
                </a:ln>
                <a:solidFill>
                  <a:schemeClr val="tx1"/>
                </a:solidFill>
                <a:effectLst/>
                <a:latin typeface="Aptos Narrow" panose="020B00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Narrow" panose="020B0004020202020204" pitchFamily="34" charset="0"/>
              </a:rPr>
              <a:t>→ Returns all orders including any that may not be linked to a valid customer record</a:t>
            </a:r>
          </a:p>
        </p:txBody>
      </p:sp>
      <p:sp>
        <p:nvSpPr>
          <p:cNvPr id="19" name="Rectangle 7">
            <a:extLst>
              <a:ext uri="{FF2B5EF4-FFF2-40B4-BE49-F238E27FC236}">
                <a16:creationId xmlns:a16="http://schemas.microsoft.com/office/drawing/2014/main" id="{C76243F5-C2CC-536E-687E-8820DD99F684}"/>
              </a:ext>
            </a:extLst>
          </p:cNvPr>
          <p:cNvSpPr>
            <a:spLocks noChangeArrowheads="1"/>
          </p:cNvSpPr>
          <p:nvPr/>
        </p:nvSpPr>
        <p:spPr bwMode="auto">
          <a:xfrm>
            <a:off x="319919" y="4542014"/>
            <a:ext cx="1134214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ptos Narrow"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sng" strike="noStrike" cap="none" normalizeH="0" baseline="0" dirty="0">
                <a:ln>
                  <a:noFill/>
                </a:ln>
                <a:solidFill>
                  <a:schemeClr val="tx1"/>
                </a:solidFill>
                <a:effectLst/>
                <a:latin typeface="Aptos Narrow" panose="020B0004020202020204" pitchFamily="34" charset="0"/>
              </a:rPr>
              <a:t>FULL OUTER JOIN</a:t>
            </a:r>
            <a:r>
              <a:rPr kumimoji="0" lang="en-US" altLang="en-US" sz="1600" b="0" i="0" u="sng" strike="noStrike" cap="none" normalizeH="0" baseline="0" dirty="0">
                <a:ln>
                  <a:noFill/>
                </a:ln>
                <a:solidFill>
                  <a:schemeClr val="tx1"/>
                </a:solidFill>
                <a:effectLst/>
                <a:latin typeface="Aptos Narrow" panose="020B0004020202020204" pitchFamily="34" charset="0"/>
              </a:rPr>
              <a:t> </a:t>
            </a:r>
            <a:r>
              <a:rPr kumimoji="0" lang="en-US" altLang="en-US" sz="1600" b="0" i="0" strike="noStrike" cap="none" normalizeH="0" baseline="0" dirty="0">
                <a:ln>
                  <a:noFill/>
                </a:ln>
                <a:solidFill>
                  <a:schemeClr val="tx1"/>
                </a:solidFill>
                <a:effectLst/>
                <a:latin typeface="Aptos Narrow" panose="020B0004020202020204" pitchFamily="34" charset="0"/>
              </a:rPr>
              <a:t>      </a:t>
            </a:r>
            <a:r>
              <a:rPr kumimoji="0" lang="en-US" altLang="en-US" sz="1600" b="0" i="0" u="none" strike="noStrike" cap="none" normalizeH="0" baseline="0" dirty="0">
                <a:ln>
                  <a:noFill/>
                </a:ln>
                <a:solidFill>
                  <a:schemeClr val="tx1"/>
                </a:solidFill>
                <a:effectLst/>
                <a:latin typeface="Aptos Narrow" panose="020B0004020202020204" pitchFamily="34" charset="0"/>
              </a:rPr>
              <a:t>Returns all rows from both tables.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Narrow" panose="020B0004020202020204" pitchFamily="34" charset="0"/>
              </a:rPr>
              <a:t>Shows NULL where there is no match on either side. </a:t>
            </a:r>
            <a:r>
              <a:rPr lang="en-US" altLang="en-US" sz="1600" b="1" i="1" u="sng" dirty="0">
                <a:latin typeface="Aptos Narrow" panose="020B0004020202020204" pitchFamily="34" charset="0"/>
              </a:rPr>
              <a:t>NOT AVAILABLE IN MSQL YOY CAN DO IT BY UNION OPERATOR</a:t>
            </a:r>
            <a:endParaRPr kumimoji="0" lang="en-US" altLang="en-US" sz="1600" b="1" i="1" u="sng" strike="noStrike" cap="none" normalizeH="0" baseline="0" dirty="0">
              <a:ln>
                <a:noFill/>
              </a:ln>
              <a:solidFill>
                <a:schemeClr val="tx1"/>
              </a:solidFill>
              <a:effectLst/>
              <a:latin typeface="Aptos Narrow"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Narrow" panose="020B0004020202020204" pitchFamily="34" charset="0"/>
              </a:rPr>
              <a:t>SELECT </a:t>
            </a:r>
            <a:r>
              <a:rPr kumimoji="0" lang="en-US" altLang="en-US" sz="1600" b="0" i="0" u="none" strike="noStrike" cap="none" normalizeH="0" baseline="0" dirty="0" err="1">
                <a:ln>
                  <a:noFill/>
                </a:ln>
                <a:solidFill>
                  <a:schemeClr val="tx1"/>
                </a:solidFill>
                <a:effectLst/>
                <a:latin typeface="Aptos Narrow" panose="020B0004020202020204" pitchFamily="34" charset="0"/>
              </a:rPr>
              <a:t>Customers.Name</a:t>
            </a:r>
            <a:r>
              <a:rPr kumimoji="0" lang="en-US" altLang="en-US" sz="1600" b="0" i="0" u="none" strike="noStrike" cap="none" normalizeH="0" baseline="0" dirty="0">
                <a:ln>
                  <a:noFill/>
                </a:ln>
                <a:solidFill>
                  <a:schemeClr val="tx1"/>
                </a:solidFill>
                <a:effectLst/>
                <a:latin typeface="Aptos Narrow" panose="020B0004020202020204" pitchFamily="34" charset="0"/>
              </a:rPr>
              <a:t>, </a:t>
            </a:r>
            <a:r>
              <a:rPr kumimoji="0" lang="en-US" altLang="en-US" sz="1600" b="0" i="0" u="none" strike="noStrike" cap="none" normalizeH="0" baseline="0" dirty="0" err="1">
                <a:ln>
                  <a:noFill/>
                </a:ln>
                <a:solidFill>
                  <a:schemeClr val="tx1"/>
                </a:solidFill>
                <a:effectLst/>
                <a:latin typeface="Aptos Narrow" panose="020B0004020202020204" pitchFamily="34" charset="0"/>
              </a:rPr>
              <a:t>Orders.OrderID</a:t>
            </a:r>
            <a:r>
              <a:rPr kumimoji="0" lang="en-US" altLang="en-US" sz="1600" b="0" i="0" u="none" strike="noStrike" cap="none" normalizeH="0" baseline="0" dirty="0">
                <a:ln>
                  <a:noFill/>
                </a:ln>
                <a:solidFill>
                  <a:schemeClr val="tx1"/>
                </a:solidFill>
                <a:effectLst/>
                <a:latin typeface="Aptos Narrow" panose="020B0004020202020204" pitchFamily="34" charset="0"/>
              </a:rPr>
              <a:t> FROM Customers FULL OUTER JOIN Orders ON </a:t>
            </a:r>
            <a:r>
              <a:rPr kumimoji="0" lang="en-US" altLang="en-US" sz="1600" b="0" i="0" u="none" strike="noStrike" cap="none" normalizeH="0" baseline="0" dirty="0" err="1">
                <a:ln>
                  <a:noFill/>
                </a:ln>
                <a:solidFill>
                  <a:schemeClr val="tx1"/>
                </a:solidFill>
                <a:effectLst/>
                <a:latin typeface="Aptos Narrow" panose="020B0004020202020204" pitchFamily="34" charset="0"/>
              </a:rPr>
              <a:t>Customers.CustomerID</a:t>
            </a:r>
            <a:r>
              <a:rPr kumimoji="0" lang="en-US" altLang="en-US" sz="1600" b="0" i="0" u="none" strike="noStrike" cap="none" normalizeH="0" baseline="0" dirty="0">
                <a:ln>
                  <a:noFill/>
                </a:ln>
                <a:solidFill>
                  <a:schemeClr val="tx1"/>
                </a:solidFill>
                <a:effectLst/>
                <a:latin typeface="Aptos Narrow" panose="020B0004020202020204" pitchFamily="34" charset="0"/>
              </a:rPr>
              <a:t> = </a:t>
            </a:r>
            <a:r>
              <a:rPr kumimoji="0" lang="en-US" altLang="en-US" sz="1600" b="0" i="0" u="none" strike="noStrike" cap="none" normalizeH="0" baseline="0" dirty="0" err="1">
                <a:ln>
                  <a:noFill/>
                </a:ln>
                <a:solidFill>
                  <a:schemeClr val="tx1"/>
                </a:solidFill>
                <a:effectLst/>
                <a:latin typeface="Aptos Narrow" panose="020B0004020202020204" pitchFamily="34" charset="0"/>
              </a:rPr>
              <a:t>Orders.CustomerID</a:t>
            </a:r>
            <a:r>
              <a:rPr kumimoji="0" lang="en-US" altLang="en-US" sz="1600" b="0" i="0" u="none" strike="noStrike" cap="none" normalizeH="0" baseline="0" dirty="0">
                <a:ln>
                  <a:noFill/>
                </a:ln>
                <a:solidFill>
                  <a:schemeClr val="tx1"/>
                </a:solidFill>
                <a:effectLst/>
                <a:latin typeface="Aptos Narrow" panose="020B00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Narrow" panose="020B0004020202020204" pitchFamily="34" charset="0"/>
              </a:rPr>
              <a:t>→ Returns all customers and all orders — unmatched rows on either side show NULL</a:t>
            </a:r>
          </a:p>
        </p:txBody>
      </p:sp>
      <p:sp>
        <p:nvSpPr>
          <p:cNvPr id="22" name="TextBox 21">
            <a:extLst>
              <a:ext uri="{FF2B5EF4-FFF2-40B4-BE49-F238E27FC236}">
                <a16:creationId xmlns:a16="http://schemas.microsoft.com/office/drawing/2014/main" id="{B714A3DC-D3FF-A60A-AC8C-B32230F2E1EA}"/>
              </a:ext>
            </a:extLst>
          </p:cNvPr>
          <p:cNvSpPr txBox="1"/>
          <p:nvPr/>
        </p:nvSpPr>
        <p:spPr>
          <a:xfrm>
            <a:off x="468935" y="60251"/>
            <a:ext cx="5090201" cy="400110"/>
          </a:xfrm>
          <a:prstGeom prst="rect">
            <a:avLst/>
          </a:prstGeom>
          <a:noFill/>
        </p:spPr>
        <p:txBody>
          <a:bodyPr wrap="square" rtlCol="0">
            <a:spAutoFit/>
          </a:bodyPr>
          <a:lstStyle/>
          <a:p>
            <a:r>
              <a:rPr lang="en-IN" b="1" u="sng" dirty="0">
                <a:solidFill>
                  <a:schemeClr val="accent6">
                    <a:lumMod val="75000"/>
                  </a:schemeClr>
                </a:solidFill>
              </a:rPr>
              <a:t> </a:t>
            </a:r>
            <a:r>
              <a:rPr lang="en-IN" sz="2000" b="1" u="sng" dirty="0">
                <a:solidFill>
                  <a:schemeClr val="accent6">
                    <a:lumMod val="75000"/>
                  </a:schemeClr>
                </a:solidFill>
              </a:rPr>
              <a:t>COMBINING TABLES WITH JOINS:</a:t>
            </a:r>
            <a:endParaRPr lang="en-IN" b="1" u="sng" dirty="0">
              <a:solidFill>
                <a:schemeClr val="accent6">
                  <a:lumMod val="75000"/>
                </a:schemeClr>
              </a:solidFill>
            </a:endParaRPr>
          </a:p>
        </p:txBody>
      </p:sp>
    </p:spTree>
    <p:extLst>
      <p:ext uri="{BB962C8B-B14F-4D97-AF65-F5344CB8AC3E}">
        <p14:creationId xmlns:p14="http://schemas.microsoft.com/office/powerpoint/2010/main" val="1941619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500" fill="hold"/>
                                        <p:tgtEl>
                                          <p:spTgt spid="19"/>
                                        </p:tgtEl>
                                        <p:attrNameLst>
                                          <p:attrName>ppt_x</p:attrName>
                                        </p:attrNameLst>
                                      </p:cBhvr>
                                      <p:tavLst>
                                        <p:tav tm="0">
                                          <p:val>
                                            <p:strVal val="#ppt_x"/>
                                          </p:val>
                                        </p:tav>
                                        <p:tav tm="100000">
                                          <p:val>
                                            <p:strVal val="#ppt_x"/>
                                          </p:val>
                                        </p:tav>
                                      </p:tavLst>
                                    </p:anim>
                                    <p:anim calcmode="lin" valueType="num">
                                      <p:cBhvr additive="base">
                                        <p:cTn id="2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7" grpId="0"/>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12</a:t>
            </a:fld>
            <a:endParaRPr lang="en-US" dirty="0"/>
          </a:p>
        </p:txBody>
      </p:sp>
      <p:sp>
        <p:nvSpPr>
          <p:cNvPr id="9" name="TextBox 8">
            <a:extLst>
              <a:ext uri="{FF2B5EF4-FFF2-40B4-BE49-F238E27FC236}">
                <a16:creationId xmlns:a16="http://schemas.microsoft.com/office/drawing/2014/main" id="{7EEB10B2-6339-A954-79F0-3E39E700A4D8}"/>
              </a:ext>
            </a:extLst>
          </p:cNvPr>
          <p:cNvSpPr txBox="1"/>
          <p:nvPr/>
        </p:nvSpPr>
        <p:spPr>
          <a:xfrm>
            <a:off x="294641" y="335281"/>
            <a:ext cx="11131386" cy="5816977"/>
          </a:xfrm>
          <a:prstGeom prst="rect">
            <a:avLst/>
          </a:prstGeom>
          <a:noFill/>
        </p:spPr>
        <p:txBody>
          <a:bodyPr wrap="square">
            <a:spAutoFit/>
          </a:bodyPr>
          <a:lstStyle/>
          <a:p>
            <a:pPr>
              <a:buNone/>
            </a:pPr>
            <a:r>
              <a:rPr lang="en-US" sz="1600" b="1" u="sng" dirty="0">
                <a:latin typeface="Aptos Narrow" panose="020B0004020202020204" pitchFamily="34" charset="0"/>
              </a:rPr>
              <a:t>Primary Key    </a:t>
            </a:r>
            <a:r>
              <a:rPr lang="en-US" sz="1600" u="sng" dirty="0">
                <a:latin typeface="Aptos Narrow" panose="020B0004020202020204" pitchFamily="34" charset="0"/>
              </a:rPr>
              <a:t> </a:t>
            </a:r>
            <a:r>
              <a:rPr lang="en-US" sz="1600" dirty="0">
                <a:latin typeface="Aptos Narrow" panose="020B0004020202020204" pitchFamily="34" charset="0"/>
              </a:rPr>
              <a:t>A column that uniquely identifies each row in a table. It cannot be NULL or duplicate. </a:t>
            </a:r>
          </a:p>
          <a:p>
            <a:pPr>
              <a:buNone/>
            </a:pPr>
            <a:r>
              <a:rPr lang="en-US" sz="1600" dirty="0">
                <a:latin typeface="Aptos Narrow" panose="020B0004020202020204" pitchFamily="34" charset="0"/>
              </a:rPr>
              <a:t>Example: CREATE TABLE Books (</a:t>
            </a:r>
            <a:r>
              <a:rPr lang="en-US" sz="1600" dirty="0" err="1">
                <a:latin typeface="Aptos Narrow" panose="020B0004020202020204" pitchFamily="34" charset="0"/>
              </a:rPr>
              <a:t>BookID</a:t>
            </a:r>
            <a:r>
              <a:rPr lang="en-US" sz="1600" dirty="0">
                <a:latin typeface="Aptos Narrow" panose="020B0004020202020204" pitchFamily="34" charset="0"/>
              </a:rPr>
              <a:t> INT PRIMARY KEY, Title VARCHAR(100), Price DECIMAL); → </a:t>
            </a:r>
            <a:r>
              <a:rPr lang="en-US" sz="1600" dirty="0" err="1">
                <a:latin typeface="Aptos Narrow" panose="020B0004020202020204" pitchFamily="34" charset="0"/>
              </a:rPr>
              <a:t>BookID</a:t>
            </a:r>
            <a:r>
              <a:rPr lang="en-US" sz="1600" dirty="0">
                <a:latin typeface="Aptos Narrow" panose="020B0004020202020204" pitchFamily="34" charset="0"/>
              </a:rPr>
              <a:t> uniquely identifies every book in the bookstore — no two books can share the same </a:t>
            </a:r>
            <a:r>
              <a:rPr lang="en-US" sz="1600" dirty="0" err="1">
                <a:latin typeface="Aptos Narrow" panose="020B0004020202020204" pitchFamily="34" charset="0"/>
              </a:rPr>
              <a:t>BookID</a:t>
            </a:r>
            <a:endParaRPr lang="en-US" sz="1600" dirty="0">
              <a:latin typeface="Aptos Narrow" panose="020B0004020202020204" pitchFamily="34" charset="0"/>
            </a:endParaRPr>
          </a:p>
          <a:p>
            <a:pPr>
              <a:buNone/>
            </a:pPr>
            <a:br>
              <a:rPr lang="en-US" sz="1600" dirty="0">
                <a:latin typeface="Aptos Narrow" panose="020B0004020202020204" pitchFamily="34" charset="0"/>
              </a:rPr>
            </a:br>
            <a:endParaRPr lang="en-US" sz="1600" dirty="0">
              <a:latin typeface="Aptos Narrow" panose="020B0004020202020204" pitchFamily="34" charset="0"/>
            </a:endParaRPr>
          </a:p>
          <a:p>
            <a:pPr>
              <a:buNone/>
            </a:pPr>
            <a:r>
              <a:rPr lang="en-US" sz="1600" b="1" u="sng" dirty="0">
                <a:latin typeface="Aptos Narrow" panose="020B0004020202020204" pitchFamily="34" charset="0"/>
              </a:rPr>
              <a:t>Foreign Key    </a:t>
            </a:r>
            <a:r>
              <a:rPr lang="en-US" sz="1600" u="sng" dirty="0">
                <a:latin typeface="Aptos Narrow" panose="020B0004020202020204" pitchFamily="34" charset="0"/>
              </a:rPr>
              <a:t> </a:t>
            </a:r>
            <a:r>
              <a:rPr lang="en-US" sz="1600" dirty="0">
                <a:latin typeface="Aptos Narrow" panose="020B0004020202020204" pitchFamily="34" charset="0"/>
              </a:rPr>
              <a:t>A column in one table that references the Primary Key of another table. It creates a link between two tables.</a:t>
            </a:r>
          </a:p>
          <a:p>
            <a:pPr>
              <a:buNone/>
            </a:pPr>
            <a:r>
              <a:rPr lang="en-US" sz="1600" dirty="0">
                <a:latin typeface="Aptos Narrow" panose="020B0004020202020204" pitchFamily="34" charset="0"/>
              </a:rPr>
              <a:t> Example: CREATE TABLE Orders (</a:t>
            </a:r>
            <a:r>
              <a:rPr lang="en-US" sz="1600" dirty="0" err="1">
                <a:latin typeface="Aptos Narrow" panose="020B0004020202020204" pitchFamily="34" charset="0"/>
              </a:rPr>
              <a:t>OrderID</a:t>
            </a:r>
            <a:r>
              <a:rPr lang="en-US" sz="1600" dirty="0">
                <a:latin typeface="Aptos Narrow" panose="020B0004020202020204" pitchFamily="34" charset="0"/>
              </a:rPr>
              <a:t> INT PRIMARY KEY, </a:t>
            </a:r>
            <a:r>
              <a:rPr lang="en-US" sz="1600" dirty="0" err="1">
                <a:latin typeface="Aptos Narrow" panose="020B0004020202020204" pitchFamily="34" charset="0"/>
              </a:rPr>
              <a:t>CustomerID</a:t>
            </a:r>
            <a:r>
              <a:rPr lang="en-US" sz="1600" dirty="0">
                <a:latin typeface="Aptos Narrow" panose="020B0004020202020204" pitchFamily="34" charset="0"/>
              </a:rPr>
              <a:t> INT, FOREIGN KEY (</a:t>
            </a:r>
            <a:r>
              <a:rPr lang="en-US" sz="1600" dirty="0" err="1">
                <a:latin typeface="Aptos Narrow" panose="020B0004020202020204" pitchFamily="34" charset="0"/>
              </a:rPr>
              <a:t>CustomerID</a:t>
            </a:r>
            <a:r>
              <a:rPr lang="en-US" sz="1600" dirty="0">
                <a:latin typeface="Aptos Narrow" panose="020B0004020202020204" pitchFamily="34" charset="0"/>
              </a:rPr>
              <a:t>) REFERENCES Customers(</a:t>
            </a:r>
            <a:r>
              <a:rPr lang="en-US" sz="1600" dirty="0" err="1">
                <a:latin typeface="Aptos Narrow" panose="020B0004020202020204" pitchFamily="34" charset="0"/>
              </a:rPr>
              <a:t>CustomerID</a:t>
            </a:r>
            <a:r>
              <a:rPr lang="en-US" sz="1600" dirty="0">
                <a:latin typeface="Aptos Narrow" panose="020B0004020202020204" pitchFamily="34" charset="0"/>
              </a:rPr>
              <a:t>)); → </a:t>
            </a:r>
            <a:r>
              <a:rPr lang="en-US" sz="1600" dirty="0" err="1">
                <a:latin typeface="Aptos Narrow" panose="020B0004020202020204" pitchFamily="34" charset="0"/>
              </a:rPr>
              <a:t>CustomerID</a:t>
            </a:r>
            <a:r>
              <a:rPr lang="en-US" sz="1600" dirty="0">
                <a:latin typeface="Aptos Narrow" panose="020B0004020202020204" pitchFamily="34" charset="0"/>
              </a:rPr>
              <a:t> in Orders links to the Customers table — ensures only valid customers can place orders</a:t>
            </a:r>
          </a:p>
          <a:p>
            <a:pPr>
              <a:buNone/>
            </a:pPr>
            <a:br>
              <a:rPr lang="en-US" sz="1600" dirty="0">
                <a:latin typeface="Aptos Narrow" panose="020B0004020202020204" pitchFamily="34" charset="0"/>
              </a:rPr>
            </a:br>
            <a:endParaRPr lang="en-US" sz="1600" dirty="0">
              <a:latin typeface="Aptos Narrow" panose="020B0004020202020204" pitchFamily="34" charset="0"/>
            </a:endParaRPr>
          </a:p>
          <a:p>
            <a:pPr>
              <a:buNone/>
            </a:pPr>
            <a:r>
              <a:rPr lang="en-US" sz="1600" b="1" u="sng" dirty="0">
                <a:latin typeface="Aptos Narrow" panose="020B0004020202020204" pitchFamily="34" charset="0"/>
              </a:rPr>
              <a:t>Composite Key</a:t>
            </a:r>
            <a:r>
              <a:rPr lang="en-US" sz="1600" u="sng" dirty="0">
                <a:latin typeface="Aptos Narrow" panose="020B0004020202020204" pitchFamily="34" charset="0"/>
              </a:rPr>
              <a:t>    </a:t>
            </a:r>
            <a:r>
              <a:rPr lang="en-US" sz="1600" dirty="0">
                <a:latin typeface="Aptos Narrow" panose="020B0004020202020204" pitchFamily="34" charset="0"/>
              </a:rPr>
              <a:t>A Primary Key made up of two or more columns together to uniquely identify a row.</a:t>
            </a:r>
          </a:p>
          <a:p>
            <a:pPr>
              <a:buNone/>
            </a:pPr>
            <a:r>
              <a:rPr lang="en-US" sz="1600" dirty="0">
                <a:latin typeface="Aptos Narrow" panose="020B0004020202020204" pitchFamily="34" charset="0"/>
              </a:rPr>
              <a:t> Example: CREATE TABLE </a:t>
            </a:r>
            <a:r>
              <a:rPr lang="en-US" sz="1600" dirty="0" err="1">
                <a:latin typeface="Aptos Narrow" panose="020B0004020202020204" pitchFamily="34" charset="0"/>
              </a:rPr>
              <a:t>OrderItems</a:t>
            </a:r>
            <a:r>
              <a:rPr lang="en-US" sz="1600" dirty="0">
                <a:latin typeface="Aptos Narrow" panose="020B0004020202020204" pitchFamily="34" charset="0"/>
              </a:rPr>
              <a:t> (</a:t>
            </a:r>
            <a:r>
              <a:rPr lang="en-US" sz="1600" dirty="0" err="1">
                <a:latin typeface="Aptos Narrow" panose="020B0004020202020204" pitchFamily="34" charset="0"/>
              </a:rPr>
              <a:t>OrderID</a:t>
            </a:r>
            <a:r>
              <a:rPr lang="en-US" sz="1600" dirty="0">
                <a:latin typeface="Aptos Narrow" panose="020B0004020202020204" pitchFamily="34" charset="0"/>
              </a:rPr>
              <a:t> INT, </a:t>
            </a:r>
            <a:r>
              <a:rPr lang="en-US" sz="1600" dirty="0" err="1">
                <a:latin typeface="Aptos Narrow" panose="020B0004020202020204" pitchFamily="34" charset="0"/>
              </a:rPr>
              <a:t>BookID</a:t>
            </a:r>
            <a:r>
              <a:rPr lang="en-US" sz="1600" dirty="0">
                <a:latin typeface="Aptos Narrow" panose="020B0004020202020204" pitchFamily="34" charset="0"/>
              </a:rPr>
              <a:t> INT, PRIMARY KEY (</a:t>
            </a:r>
            <a:r>
              <a:rPr lang="en-US" sz="1600" dirty="0" err="1">
                <a:latin typeface="Aptos Narrow" panose="020B0004020202020204" pitchFamily="34" charset="0"/>
              </a:rPr>
              <a:t>OrderID</a:t>
            </a:r>
            <a:r>
              <a:rPr lang="en-US" sz="1600" dirty="0">
                <a:latin typeface="Aptos Narrow" panose="020B0004020202020204" pitchFamily="34" charset="0"/>
              </a:rPr>
              <a:t>, </a:t>
            </a:r>
            <a:r>
              <a:rPr lang="en-US" sz="1600" dirty="0" err="1">
                <a:latin typeface="Aptos Narrow" panose="020B0004020202020204" pitchFamily="34" charset="0"/>
              </a:rPr>
              <a:t>BookID</a:t>
            </a:r>
            <a:r>
              <a:rPr lang="en-US" sz="1600" dirty="0">
                <a:latin typeface="Aptos Narrow" panose="020B0004020202020204" pitchFamily="34" charset="0"/>
              </a:rPr>
              <a:t>)); → A single order can have multiple books — combining </a:t>
            </a:r>
            <a:r>
              <a:rPr lang="en-US" sz="1600" dirty="0" err="1">
                <a:latin typeface="Aptos Narrow" panose="020B0004020202020204" pitchFamily="34" charset="0"/>
              </a:rPr>
              <a:t>OrderID</a:t>
            </a:r>
            <a:r>
              <a:rPr lang="en-US" sz="1600" dirty="0">
                <a:latin typeface="Aptos Narrow" panose="020B0004020202020204" pitchFamily="34" charset="0"/>
              </a:rPr>
              <a:t> + </a:t>
            </a:r>
            <a:r>
              <a:rPr lang="en-US" sz="1600" dirty="0" err="1">
                <a:latin typeface="Aptos Narrow" panose="020B0004020202020204" pitchFamily="34" charset="0"/>
              </a:rPr>
              <a:t>BookID</a:t>
            </a:r>
            <a:r>
              <a:rPr lang="en-US" sz="1600" dirty="0">
                <a:latin typeface="Aptos Narrow" panose="020B0004020202020204" pitchFamily="34" charset="0"/>
              </a:rPr>
              <a:t> together makes each row unique</a:t>
            </a:r>
          </a:p>
          <a:p>
            <a:pPr>
              <a:buNone/>
            </a:pPr>
            <a:br>
              <a:rPr lang="en-US" sz="1600" dirty="0">
                <a:latin typeface="Aptos Narrow" panose="020B0004020202020204" pitchFamily="34" charset="0"/>
              </a:rPr>
            </a:br>
            <a:endParaRPr lang="en-US" sz="1600" dirty="0">
              <a:latin typeface="Aptos Narrow" panose="020B0004020202020204" pitchFamily="34" charset="0"/>
            </a:endParaRPr>
          </a:p>
          <a:p>
            <a:pPr>
              <a:buNone/>
            </a:pPr>
            <a:r>
              <a:rPr lang="en-US" sz="1600" b="1" u="sng" dirty="0">
                <a:latin typeface="Aptos Narrow" panose="020B0004020202020204" pitchFamily="34" charset="0"/>
              </a:rPr>
              <a:t>ORDER BY Clause    </a:t>
            </a:r>
            <a:r>
              <a:rPr lang="en-US" sz="1600" u="sng" dirty="0">
                <a:latin typeface="Aptos Narrow" panose="020B0004020202020204" pitchFamily="34" charset="0"/>
              </a:rPr>
              <a:t> </a:t>
            </a:r>
            <a:r>
              <a:rPr lang="en-US" sz="1600" dirty="0">
                <a:latin typeface="Aptos Narrow" panose="020B0004020202020204" pitchFamily="34" charset="0"/>
              </a:rPr>
              <a:t>Sorts the result in ascending (ASC) or descending (DESC) order based on a column. Default is ASC. </a:t>
            </a:r>
          </a:p>
          <a:p>
            <a:pPr>
              <a:buNone/>
            </a:pPr>
            <a:r>
              <a:rPr lang="en-US" sz="1600" dirty="0">
                <a:latin typeface="Aptos Narrow" panose="020B0004020202020204" pitchFamily="34" charset="0"/>
              </a:rPr>
              <a:t>Example: SELECT Title, Price FROM Books ORDER BY Price DESC; → Displays all books from most expensive to least expensive</a:t>
            </a:r>
          </a:p>
          <a:p>
            <a:pPr>
              <a:buNone/>
            </a:pPr>
            <a:br>
              <a:rPr lang="en-US" sz="1600" dirty="0">
                <a:latin typeface="Aptos Narrow" panose="020B0004020202020204" pitchFamily="34" charset="0"/>
              </a:rPr>
            </a:br>
            <a:endParaRPr lang="en-US" sz="1600" dirty="0">
              <a:latin typeface="Aptos Narrow" panose="020B0004020202020204" pitchFamily="34" charset="0"/>
            </a:endParaRPr>
          </a:p>
          <a:p>
            <a:pPr>
              <a:buNone/>
            </a:pPr>
            <a:r>
              <a:rPr lang="en-US" sz="1600" b="1" u="sng" dirty="0">
                <a:latin typeface="Aptos Narrow" panose="020B0004020202020204" pitchFamily="34" charset="0"/>
              </a:rPr>
              <a:t>LIMIT Clause</a:t>
            </a:r>
            <a:r>
              <a:rPr lang="en-US" sz="1600" u="sng" dirty="0">
                <a:latin typeface="Aptos Narrow" panose="020B0004020202020204" pitchFamily="34" charset="0"/>
              </a:rPr>
              <a:t>            </a:t>
            </a:r>
            <a:r>
              <a:rPr lang="en-US" sz="1600" dirty="0">
                <a:latin typeface="Aptos Narrow" panose="020B0004020202020204" pitchFamily="34" charset="0"/>
              </a:rPr>
              <a:t>Restricts the number of rows returned by a query. Useful for showing top results or paginating data. </a:t>
            </a:r>
          </a:p>
          <a:p>
            <a:pPr>
              <a:buNone/>
            </a:pPr>
            <a:r>
              <a:rPr lang="en-US" sz="1600" dirty="0">
                <a:latin typeface="Aptos Narrow" panose="020B0004020202020204" pitchFamily="34" charset="0"/>
              </a:rPr>
              <a:t>Example: SELECT Title, Price FROM Books ORDER BY Price DESC LIMIT 5; → Returns only the 5 most expensive books in the bookstore</a:t>
            </a:r>
          </a:p>
          <a:p>
            <a:pPr>
              <a:buNone/>
            </a:pPr>
            <a:br>
              <a:rPr lang="en-US" dirty="0"/>
            </a:br>
            <a:endParaRPr lang="en-IN" dirty="0"/>
          </a:p>
        </p:txBody>
      </p:sp>
    </p:spTree>
    <p:extLst>
      <p:ext uri="{BB962C8B-B14F-4D97-AF65-F5344CB8AC3E}">
        <p14:creationId xmlns:p14="http://schemas.microsoft.com/office/powerpoint/2010/main" val="4072101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4C352-BB4C-2711-33CB-F8C0749814F2}"/>
              </a:ext>
            </a:extLst>
          </p:cNvPr>
          <p:cNvSpPr>
            <a:spLocks noGrp="1"/>
          </p:cNvSpPr>
          <p:nvPr>
            <p:ph type="title"/>
          </p:nvPr>
        </p:nvSpPr>
        <p:spPr>
          <a:xfrm>
            <a:off x="253999" y="139811"/>
            <a:ext cx="9950245" cy="953730"/>
          </a:xfrm>
        </p:spPr>
        <p:txBody>
          <a:bodyPr/>
          <a:lstStyle/>
          <a:p>
            <a:r>
              <a:rPr lang="en-IN" sz="2800" dirty="0"/>
              <a:t>Summarize and organise with queries</a:t>
            </a:r>
          </a:p>
        </p:txBody>
      </p:sp>
      <p:sp>
        <p:nvSpPr>
          <p:cNvPr id="5" name="Slide Number Placeholder 4">
            <a:extLst>
              <a:ext uri="{FF2B5EF4-FFF2-40B4-BE49-F238E27FC236}">
                <a16:creationId xmlns:a16="http://schemas.microsoft.com/office/drawing/2014/main" id="{AA127F7B-404A-570D-F560-96475E00F106}"/>
              </a:ext>
            </a:extLst>
          </p:cNvPr>
          <p:cNvSpPr>
            <a:spLocks noGrp="1"/>
          </p:cNvSpPr>
          <p:nvPr>
            <p:ph type="sldNum" sz="quarter" idx="10"/>
          </p:nvPr>
        </p:nvSpPr>
        <p:spPr/>
        <p:txBody>
          <a:bodyPr/>
          <a:lstStyle/>
          <a:p>
            <a:fld id="{48F63A3B-78C7-47BE-AE5E-E10140E04643}" type="slidenum">
              <a:rPr lang="en-US" smtClean="0"/>
              <a:pPr/>
              <a:t>13</a:t>
            </a:fld>
            <a:endParaRPr lang="en-US" dirty="0"/>
          </a:p>
        </p:txBody>
      </p:sp>
      <p:sp>
        <p:nvSpPr>
          <p:cNvPr id="10" name="TextBox 9">
            <a:extLst>
              <a:ext uri="{FF2B5EF4-FFF2-40B4-BE49-F238E27FC236}">
                <a16:creationId xmlns:a16="http://schemas.microsoft.com/office/drawing/2014/main" id="{6BA0B024-6899-D0BD-8F94-727505998604}"/>
              </a:ext>
            </a:extLst>
          </p:cNvPr>
          <p:cNvSpPr txBox="1"/>
          <p:nvPr/>
        </p:nvSpPr>
        <p:spPr>
          <a:xfrm>
            <a:off x="253999" y="1788160"/>
            <a:ext cx="11348720" cy="5262979"/>
          </a:xfrm>
          <a:prstGeom prst="rect">
            <a:avLst/>
          </a:prstGeom>
          <a:noFill/>
        </p:spPr>
        <p:txBody>
          <a:bodyPr wrap="square">
            <a:spAutoFit/>
          </a:bodyPr>
          <a:lstStyle/>
          <a:p>
            <a:pPr>
              <a:buNone/>
            </a:pPr>
            <a:r>
              <a:rPr lang="en-US" sz="1600" b="1" dirty="0">
                <a:latin typeface="Aptos Narrow" panose="020B0004020202020204" pitchFamily="34" charset="0"/>
              </a:rPr>
              <a:t> 1. </a:t>
            </a:r>
            <a:r>
              <a:rPr lang="en-US" sz="1600" b="1" u="sng" dirty="0">
                <a:latin typeface="Aptos Narrow" panose="020B0004020202020204" pitchFamily="34" charset="0"/>
              </a:rPr>
              <a:t>SUM: </a:t>
            </a:r>
            <a:r>
              <a:rPr lang="en-US" sz="1600" dirty="0">
                <a:latin typeface="Aptos Narrow" panose="020B0004020202020204" pitchFamily="34" charset="0"/>
              </a:rPr>
              <a:t>adds up all values in a column. Used to calculate total money earned from all orders.</a:t>
            </a:r>
          </a:p>
          <a:p>
            <a:pPr>
              <a:buNone/>
            </a:pPr>
            <a:r>
              <a:rPr lang="en-US" sz="1600" dirty="0">
                <a:latin typeface="Aptos Narrow" panose="020B0004020202020204" pitchFamily="34" charset="0"/>
              </a:rPr>
              <a:t> Example: SELECT SUM(</a:t>
            </a:r>
            <a:r>
              <a:rPr lang="en-US" sz="1600" dirty="0" err="1">
                <a:latin typeface="Aptos Narrow" panose="020B0004020202020204" pitchFamily="34" charset="0"/>
              </a:rPr>
              <a:t>total_amount</a:t>
            </a:r>
            <a:r>
              <a:rPr lang="en-US" sz="1600" dirty="0">
                <a:latin typeface="Aptos Narrow" panose="020B0004020202020204" pitchFamily="34" charset="0"/>
              </a:rPr>
              <a:t>) AS </a:t>
            </a:r>
            <a:r>
              <a:rPr lang="en-US" sz="1600" dirty="0" err="1">
                <a:latin typeface="Aptos Narrow" panose="020B0004020202020204" pitchFamily="34" charset="0"/>
              </a:rPr>
              <a:t>total_revenue</a:t>
            </a:r>
            <a:r>
              <a:rPr lang="en-US" sz="1600" dirty="0">
                <a:latin typeface="Aptos Narrow" panose="020B0004020202020204" pitchFamily="34" charset="0"/>
              </a:rPr>
              <a:t> FROM Orders; → Returns the total revenue generated from all orders in the bookstore</a:t>
            </a:r>
          </a:p>
          <a:p>
            <a:pPr>
              <a:buNone/>
            </a:pPr>
            <a:endParaRPr lang="en-US" sz="1600" b="1" dirty="0">
              <a:latin typeface="Aptos Narrow" panose="020B0004020202020204" pitchFamily="34" charset="0"/>
            </a:endParaRPr>
          </a:p>
          <a:p>
            <a:pPr>
              <a:buNone/>
            </a:pPr>
            <a:r>
              <a:rPr lang="en-US" sz="1600" b="1" dirty="0">
                <a:latin typeface="Aptos Narrow" panose="020B0004020202020204" pitchFamily="34" charset="0"/>
              </a:rPr>
              <a:t>2.</a:t>
            </a:r>
            <a:r>
              <a:rPr lang="en-US" sz="1600" b="1" u="sng" dirty="0">
                <a:latin typeface="Aptos Narrow" panose="020B0004020202020204" pitchFamily="34" charset="0"/>
              </a:rPr>
              <a:t>COUNT:  </a:t>
            </a:r>
            <a:r>
              <a:rPr lang="en-US" sz="1600" dirty="0">
                <a:latin typeface="Aptos Narrow" panose="020B0004020202020204" pitchFamily="34" charset="0"/>
              </a:rPr>
              <a:t>COUNT returns the number of rows matching a condition. Used to track transactions or orders. </a:t>
            </a:r>
          </a:p>
          <a:p>
            <a:pPr>
              <a:buNone/>
            </a:pPr>
            <a:r>
              <a:rPr lang="en-US" sz="1600" dirty="0">
                <a:latin typeface="Aptos Narrow" panose="020B0004020202020204" pitchFamily="34" charset="0"/>
              </a:rPr>
              <a:t>Example: SELECT COUNT(*) AS </a:t>
            </a:r>
            <a:r>
              <a:rPr lang="en-US" sz="1600" dirty="0" err="1">
                <a:latin typeface="Aptos Narrow" panose="020B0004020202020204" pitchFamily="34" charset="0"/>
              </a:rPr>
              <a:t>total_payments</a:t>
            </a:r>
            <a:r>
              <a:rPr lang="en-US" sz="1600" dirty="0">
                <a:latin typeface="Aptos Narrow" panose="020B0004020202020204" pitchFamily="34" charset="0"/>
              </a:rPr>
              <a:t> FROM Payments; → Returns the total number of payments made in the bookstore</a:t>
            </a:r>
          </a:p>
          <a:p>
            <a:pPr>
              <a:buNone/>
            </a:pPr>
            <a:br>
              <a:rPr lang="en-US" sz="1600" dirty="0">
                <a:latin typeface="Aptos Narrow" panose="020B0004020202020204" pitchFamily="34" charset="0"/>
              </a:rPr>
            </a:br>
            <a:r>
              <a:rPr lang="en-US" sz="1600" dirty="0">
                <a:latin typeface="Aptos Narrow" panose="020B0004020202020204" pitchFamily="34" charset="0"/>
              </a:rPr>
              <a:t>3</a:t>
            </a:r>
            <a:r>
              <a:rPr lang="en-US" sz="1600" u="sng" dirty="0">
                <a:latin typeface="Aptos Narrow" panose="020B0004020202020204" pitchFamily="34" charset="0"/>
              </a:rPr>
              <a:t>.</a:t>
            </a:r>
            <a:r>
              <a:rPr lang="en-US" sz="1600" b="1" u="sng" dirty="0">
                <a:latin typeface="Aptos Narrow" panose="020B0004020202020204" pitchFamily="34" charset="0"/>
              </a:rPr>
              <a:t>Average  (AVG): </a:t>
            </a:r>
            <a:r>
              <a:rPr lang="en-US" sz="1600" u="sng" dirty="0">
                <a:latin typeface="Aptos Narrow" panose="020B0004020202020204" pitchFamily="34" charset="0"/>
              </a:rPr>
              <a:t> </a:t>
            </a:r>
            <a:r>
              <a:rPr lang="en-US" sz="1600" dirty="0">
                <a:latin typeface="Aptos Narrow" panose="020B0004020202020204" pitchFamily="34" charset="0"/>
              </a:rPr>
              <a:t>AVG calculates the mean of a numeric column. Helps understand typical spending per order. </a:t>
            </a:r>
          </a:p>
          <a:p>
            <a:pPr>
              <a:buNone/>
            </a:pPr>
            <a:r>
              <a:rPr lang="en-US" sz="1600" dirty="0">
                <a:latin typeface="Aptos Narrow" panose="020B0004020202020204" pitchFamily="34" charset="0"/>
              </a:rPr>
              <a:t>Example: SELECT AVG(</a:t>
            </a:r>
            <a:r>
              <a:rPr lang="en-US" sz="1600" dirty="0" err="1">
                <a:latin typeface="Aptos Narrow" panose="020B0004020202020204" pitchFamily="34" charset="0"/>
              </a:rPr>
              <a:t>total_amount</a:t>
            </a:r>
            <a:r>
              <a:rPr lang="en-US" sz="1600" dirty="0">
                <a:latin typeface="Aptos Narrow" panose="020B0004020202020204" pitchFamily="34" charset="0"/>
              </a:rPr>
              <a:t>) AS </a:t>
            </a:r>
            <a:r>
              <a:rPr lang="en-US" sz="1600" dirty="0" err="1">
                <a:latin typeface="Aptos Narrow" panose="020B0004020202020204" pitchFamily="34" charset="0"/>
              </a:rPr>
              <a:t>avg_order_value</a:t>
            </a:r>
            <a:r>
              <a:rPr lang="en-US" sz="1600" dirty="0">
                <a:latin typeface="Aptos Narrow" panose="020B0004020202020204" pitchFamily="34" charset="0"/>
              </a:rPr>
              <a:t> FROM Orders; → Returns the average amount spent per order</a:t>
            </a:r>
          </a:p>
          <a:p>
            <a:pPr>
              <a:buNone/>
            </a:pPr>
            <a:br>
              <a:rPr lang="en-US" sz="1600" dirty="0">
                <a:latin typeface="Aptos Narrow" panose="020B0004020202020204" pitchFamily="34" charset="0"/>
              </a:rPr>
            </a:br>
            <a:r>
              <a:rPr lang="en-US" sz="1600" b="1" dirty="0">
                <a:latin typeface="Aptos Narrow" panose="020B0004020202020204" pitchFamily="34" charset="0"/>
              </a:rPr>
              <a:t>4.</a:t>
            </a:r>
            <a:r>
              <a:rPr lang="en-US" sz="1600" b="1" u="sng" dirty="0">
                <a:latin typeface="Aptos Narrow" panose="020B0004020202020204" pitchFamily="34" charset="0"/>
              </a:rPr>
              <a:t>MAX / MIN : </a:t>
            </a:r>
            <a:r>
              <a:rPr lang="en-US" sz="1600" dirty="0">
                <a:latin typeface="Aptos Narrow" panose="020B0004020202020204" pitchFamily="34" charset="0"/>
              </a:rPr>
              <a:t>MAX and MIN return the largest and smallest values in a column respectively.</a:t>
            </a:r>
          </a:p>
          <a:p>
            <a:pPr>
              <a:buNone/>
            </a:pPr>
            <a:r>
              <a:rPr lang="en-US" sz="1600" dirty="0">
                <a:latin typeface="Aptos Narrow" panose="020B0004020202020204" pitchFamily="34" charset="0"/>
              </a:rPr>
              <a:t> Example: SELECT MAX(price) AS </a:t>
            </a:r>
            <a:r>
              <a:rPr lang="en-US" sz="1600" dirty="0" err="1">
                <a:latin typeface="Aptos Narrow" panose="020B0004020202020204" pitchFamily="34" charset="0"/>
              </a:rPr>
              <a:t>highest_price</a:t>
            </a:r>
            <a:r>
              <a:rPr lang="en-US" sz="1600" dirty="0">
                <a:latin typeface="Aptos Narrow" panose="020B0004020202020204" pitchFamily="34" charset="0"/>
              </a:rPr>
              <a:t>, MIN(price) AS </a:t>
            </a:r>
            <a:r>
              <a:rPr lang="en-US" sz="1600" dirty="0" err="1">
                <a:latin typeface="Aptos Narrow" panose="020B0004020202020204" pitchFamily="34" charset="0"/>
              </a:rPr>
              <a:t>lowest_price</a:t>
            </a:r>
            <a:r>
              <a:rPr lang="en-US" sz="1600" dirty="0">
                <a:latin typeface="Aptos Narrow" panose="020B0004020202020204" pitchFamily="34" charset="0"/>
              </a:rPr>
              <a:t> FROM Books; → Returns the most expensive and cheapest book in the bookstore</a:t>
            </a:r>
          </a:p>
          <a:p>
            <a:pPr>
              <a:buNone/>
            </a:pPr>
            <a:endParaRPr lang="en-US" sz="1600" b="1" dirty="0">
              <a:latin typeface="Aptos Narrow" panose="020B0004020202020204" pitchFamily="34" charset="0"/>
            </a:endParaRPr>
          </a:p>
          <a:p>
            <a:pPr>
              <a:buNone/>
            </a:pPr>
            <a:endParaRPr lang="en-US" sz="1600" b="1" dirty="0">
              <a:latin typeface="Aptos Narrow" panose="020B0004020202020204" pitchFamily="34" charset="0"/>
            </a:endParaRPr>
          </a:p>
          <a:p>
            <a:pPr>
              <a:buNone/>
            </a:pPr>
            <a:r>
              <a:rPr lang="en-US" sz="1600" b="1" dirty="0">
                <a:solidFill>
                  <a:schemeClr val="accent6">
                    <a:lumMod val="75000"/>
                  </a:schemeClr>
                </a:solidFill>
                <a:latin typeface="Aptos Narrow" panose="020B0004020202020204" pitchFamily="34" charset="0"/>
              </a:rPr>
              <a:t>GROUP BY with Filtering (HAVING) :</a:t>
            </a:r>
            <a:r>
              <a:rPr lang="en-US" sz="1600" dirty="0">
                <a:solidFill>
                  <a:schemeClr val="accent6">
                    <a:lumMod val="75000"/>
                  </a:schemeClr>
                </a:solidFill>
                <a:latin typeface="Aptos Narrow" panose="020B0004020202020204" pitchFamily="34" charset="0"/>
              </a:rPr>
              <a:t> GROUP BY groups rows by a column. HAVING filters those groups — like WHERE but for grouped results. </a:t>
            </a:r>
          </a:p>
          <a:p>
            <a:pPr>
              <a:buNone/>
            </a:pPr>
            <a:r>
              <a:rPr lang="en-US" sz="1600" dirty="0">
                <a:solidFill>
                  <a:schemeClr val="accent6">
                    <a:lumMod val="75000"/>
                  </a:schemeClr>
                </a:solidFill>
                <a:latin typeface="Aptos Narrow" panose="020B0004020202020204" pitchFamily="34" charset="0"/>
              </a:rPr>
              <a:t>Example: SELECT </a:t>
            </a:r>
            <a:r>
              <a:rPr lang="en-US" sz="1600" dirty="0" err="1">
                <a:solidFill>
                  <a:schemeClr val="accent6">
                    <a:lumMod val="75000"/>
                  </a:schemeClr>
                </a:solidFill>
                <a:latin typeface="Aptos Narrow" panose="020B0004020202020204" pitchFamily="34" charset="0"/>
              </a:rPr>
              <a:t>c.first_name</a:t>
            </a:r>
            <a:r>
              <a:rPr lang="en-US" sz="1600" dirty="0">
                <a:solidFill>
                  <a:schemeClr val="accent6">
                    <a:lumMod val="75000"/>
                  </a:schemeClr>
                </a:solidFill>
                <a:latin typeface="Aptos Narrow" panose="020B0004020202020204" pitchFamily="34" charset="0"/>
              </a:rPr>
              <a:t>, COUNT(</a:t>
            </a:r>
            <a:r>
              <a:rPr lang="en-US" sz="1600" dirty="0" err="1">
                <a:solidFill>
                  <a:schemeClr val="accent6">
                    <a:lumMod val="75000"/>
                  </a:schemeClr>
                </a:solidFill>
                <a:latin typeface="Aptos Narrow" panose="020B0004020202020204" pitchFamily="34" charset="0"/>
              </a:rPr>
              <a:t>o.order_id</a:t>
            </a:r>
            <a:r>
              <a:rPr lang="en-US" sz="1600" dirty="0">
                <a:solidFill>
                  <a:schemeClr val="accent6">
                    <a:lumMod val="75000"/>
                  </a:schemeClr>
                </a:solidFill>
                <a:latin typeface="Aptos Narrow" panose="020B0004020202020204" pitchFamily="34" charset="0"/>
              </a:rPr>
              <a:t>) AS </a:t>
            </a:r>
            <a:r>
              <a:rPr lang="en-US" sz="1600" dirty="0" err="1">
                <a:solidFill>
                  <a:schemeClr val="accent6">
                    <a:lumMod val="75000"/>
                  </a:schemeClr>
                </a:solidFill>
                <a:latin typeface="Aptos Narrow" panose="020B0004020202020204" pitchFamily="34" charset="0"/>
              </a:rPr>
              <a:t>order_count</a:t>
            </a:r>
            <a:r>
              <a:rPr lang="en-US" sz="1600" dirty="0">
                <a:solidFill>
                  <a:schemeClr val="accent6">
                    <a:lumMod val="75000"/>
                  </a:schemeClr>
                </a:solidFill>
                <a:latin typeface="Aptos Narrow" panose="020B0004020202020204" pitchFamily="34" charset="0"/>
              </a:rPr>
              <a:t> FROM Customers c JOIN Orders o ON </a:t>
            </a:r>
            <a:r>
              <a:rPr lang="en-US" sz="1600" dirty="0" err="1">
                <a:solidFill>
                  <a:schemeClr val="accent6">
                    <a:lumMod val="75000"/>
                  </a:schemeClr>
                </a:solidFill>
                <a:latin typeface="Aptos Narrow" panose="020B0004020202020204" pitchFamily="34" charset="0"/>
              </a:rPr>
              <a:t>c.customer_id</a:t>
            </a:r>
            <a:r>
              <a:rPr lang="en-US" sz="1600" dirty="0">
                <a:solidFill>
                  <a:schemeClr val="accent6">
                    <a:lumMod val="75000"/>
                  </a:schemeClr>
                </a:solidFill>
                <a:latin typeface="Aptos Narrow" panose="020B0004020202020204" pitchFamily="34" charset="0"/>
              </a:rPr>
              <a:t> = </a:t>
            </a:r>
            <a:r>
              <a:rPr lang="en-US" sz="1600" dirty="0" err="1">
                <a:solidFill>
                  <a:schemeClr val="accent6">
                    <a:lumMod val="75000"/>
                  </a:schemeClr>
                </a:solidFill>
                <a:latin typeface="Aptos Narrow" panose="020B0004020202020204" pitchFamily="34" charset="0"/>
              </a:rPr>
              <a:t>o.customer_id</a:t>
            </a:r>
            <a:r>
              <a:rPr lang="en-US" sz="1600" dirty="0">
                <a:solidFill>
                  <a:schemeClr val="accent6">
                    <a:lumMod val="75000"/>
                  </a:schemeClr>
                </a:solidFill>
                <a:latin typeface="Aptos Narrow" panose="020B0004020202020204" pitchFamily="34" charset="0"/>
              </a:rPr>
              <a:t> GROUP BY </a:t>
            </a:r>
            <a:r>
              <a:rPr lang="en-US" sz="1600" dirty="0" err="1">
                <a:solidFill>
                  <a:schemeClr val="accent6">
                    <a:lumMod val="75000"/>
                  </a:schemeClr>
                </a:solidFill>
                <a:latin typeface="Aptos Narrow" panose="020B0004020202020204" pitchFamily="34" charset="0"/>
              </a:rPr>
              <a:t>c.customer_id</a:t>
            </a:r>
            <a:r>
              <a:rPr lang="en-US" sz="1600" dirty="0">
                <a:solidFill>
                  <a:schemeClr val="accent6">
                    <a:lumMod val="75000"/>
                  </a:schemeClr>
                </a:solidFill>
                <a:latin typeface="Aptos Narrow" panose="020B0004020202020204" pitchFamily="34" charset="0"/>
              </a:rPr>
              <a:t> HAVING </a:t>
            </a:r>
            <a:r>
              <a:rPr lang="en-US" sz="1600" dirty="0" err="1">
                <a:solidFill>
                  <a:schemeClr val="accent6">
                    <a:lumMod val="75000"/>
                  </a:schemeClr>
                </a:solidFill>
                <a:latin typeface="Aptos Narrow" panose="020B0004020202020204" pitchFamily="34" charset="0"/>
              </a:rPr>
              <a:t>order_count</a:t>
            </a:r>
            <a:r>
              <a:rPr lang="en-US" sz="1600" dirty="0">
                <a:solidFill>
                  <a:schemeClr val="accent6">
                    <a:lumMod val="75000"/>
                  </a:schemeClr>
                </a:solidFill>
                <a:latin typeface="Aptos Narrow" panose="020B0004020202020204" pitchFamily="34" charset="0"/>
              </a:rPr>
              <a:t> &gt; 2; → Returns only customers who have placed more than 2 orders</a:t>
            </a:r>
          </a:p>
          <a:p>
            <a:pPr>
              <a:buNone/>
            </a:pPr>
            <a:br>
              <a:rPr lang="en-US" sz="1600" dirty="0">
                <a:solidFill>
                  <a:schemeClr val="accent6">
                    <a:lumMod val="75000"/>
                  </a:schemeClr>
                </a:solidFill>
                <a:latin typeface="Aptos Narrow" panose="020B0004020202020204" pitchFamily="34" charset="0"/>
              </a:rPr>
            </a:br>
            <a:endParaRPr lang="en-US" sz="1600" dirty="0">
              <a:solidFill>
                <a:schemeClr val="accent6">
                  <a:lumMod val="75000"/>
                </a:schemeClr>
              </a:solidFill>
              <a:latin typeface="Aptos Narrow" panose="020B0004020202020204" pitchFamily="34" charset="0"/>
            </a:endParaRPr>
          </a:p>
        </p:txBody>
      </p:sp>
      <p:sp>
        <p:nvSpPr>
          <p:cNvPr id="11" name="TextBox 10">
            <a:extLst>
              <a:ext uri="{FF2B5EF4-FFF2-40B4-BE49-F238E27FC236}">
                <a16:creationId xmlns:a16="http://schemas.microsoft.com/office/drawing/2014/main" id="{69474FCB-7EC5-73F4-E99A-1938AC2C4611}"/>
              </a:ext>
            </a:extLst>
          </p:cNvPr>
          <p:cNvSpPr txBox="1"/>
          <p:nvPr/>
        </p:nvSpPr>
        <p:spPr>
          <a:xfrm>
            <a:off x="406400" y="1179240"/>
            <a:ext cx="6217920" cy="523220"/>
          </a:xfrm>
          <a:prstGeom prst="rect">
            <a:avLst/>
          </a:prstGeom>
          <a:noFill/>
        </p:spPr>
        <p:txBody>
          <a:bodyPr wrap="square" rtlCol="0">
            <a:spAutoFit/>
          </a:bodyPr>
          <a:lstStyle/>
          <a:p>
            <a:r>
              <a:rPr lang="en-IN" sz="2800" b="1" dirty="0"/>
              <a:t>Aggregate Functions:</a:t>
            </a:r>
          </a:p>
        </p:txBody>
      </p:sp>
    </p:spTree>
    <p:extLst>
      <p:ext uri="{BB962C8B-B14F-4D97-AF65-F5344CB8AC3E}">
        <p14:creationId xmlns:p14="http://schemas.microsoft.com/office/powerpoint/2010/main" val="1107061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B512432-1126-36CB-D2C1-F7569C44846E}"/>
              </a:ext>
            </a:extLst>
          </p:cNvPr>
          <p:cNvSpPr>
            <a:spLocks noGrp="1"/>
          </p:cNvSpPr>
          <p:nvPr>
            <p:ph type="sldNum" sz="quarter" idx="10"/>
          </p:nvPr>
        </p:nvSpPr>
        <p:spPr/>
        <p:txBody>
          <a:bodyPr/>
          <a:lstStyle/>
          <a:p>
            <a:fld id="{48F63A3B-78C7-47BE-AE5E-E10140E04643}" type="slidenum">
              <a:rPr lang="en-US" smtClean="0"/>
              <a:pPr/>
              <a:t>14</a:t>
            </a:fld>
            <a:endParaRPr lang="en-US" dirty="0"/>
          </a:p>
        </p:txBody>
      </p:sp>
      <p:sp>
        <p:nvSpPr>
          <p:cNvPr id="9" name="TextBox 8">
            <a:extLst>
              <a:ext uri="{FF2B5EF4-FFF2-40B4-BE49-F238E27FC236}">
                <a16:creationId xmlns:a16="http://schemas.microsoft.com/office/drawing/2014/main" id="{22EC332D-FDFE-E2EF-E21C-546724ED68C0}"/>
              </a:ext>
            </a:extLst>
          </p:cNvPr>
          <p:cNvSpPr txBox="1"/>
          <p:nvPr/>
        </p:nvSpPr>
        <p:spPr>
          <a:xfrm>
            <a:off x="1182662" y="1322488"/>
            <a:ext cx="10901680" cy="5078313"/>
          </a:xfrm>
          <a:prstGeom prst="rect">
            <a:avLst/>
          </a:prstGeom>
          <a:noFill/>
        </p:spPr>
        <p:txBody>
          <a:bodyPr wrap="square">
            <a:spAutoFit/>
          </a:bodyPr>
          <a:lstStyle/>
          <a:p>
            <a:pPr>
              <a:buNone/>
            </a:pPr>
            <a:r>
              <a:rPr lang="en-US" b="1" dirty="0">
                <a:latin typeface="Aptos Narrow" panose="020B0004020202020204" pitchFamily="34" charset="0"/>
              </a:rPr>
              <a:t>Book Sales Analysis (JOIN + SUM)</a:t>
            </a:r>
            <a:r>
              <a:rPr lang="en-US" dirty="0">
                <a:latin typeface="Aptos Narrow" panose="020B0004020202020204" pitchFamily="34" charset="0"/>
              </a:rPr>
              <a:t> JOIN combines data from multiple tables. SUM totals the quantity sold per book across all orders.</a:t>
            </a:r>
          </a:p>
          <a:p>
            <a:pPr>
              <a:buNone/>
            </a:pPr>
            <a:r>
              <a:rPr lang="en-US" dirty="0">
                <a:latin typeface="Aptos Narrow" panose="020B0004020202020204" pitchFamily="34" charset="0"/>
              </a:rPr>
              <a:t>Example: SELECT </a:t>
            </a:r>
            <a:r>
              <a:rPr lang="en-US" dirty="0" err="1">
                <a:latin typeface="Aptos Narrow" panose="020B0004020202020204" pitchFamily="34" charset="0"/>
              </a:rPr>
              <a:t>b.title</a:t>
            </a:r>
            <a:r>
              <a:rPr lang="en-US" dirty="0">
                <a:latin typeface="Aptos Narrow" panose="020B0004020202020204" pitchFamily="34" charset="0"/>
              </a:rPr>
              <a:t>, SUM(</a:t>
            </a:r>
            <a:r>
              <a:rPr lang="en-US" dirty="0" err="1">
                <a:latin typeface="Aptos Narrow" panose="020B0004020202020204" pitchFamily="34" charset="0"/>
              </a:rPr>
              <a:t>oi.quantity</a:t>
            </a:r>
            <a:r>
              <a:rPr lang="en-US" dirty="0">
                <a:latin typeface="Aptos Narrow" panose="020B0004020202020204" pitchFamily="34" charset="0"/>
              </a:rPr>
              <a:t>) AS </a:t>
            </a:r>
            <a:r>
              <a:rPr lang="en-US" dirty="0" err="1">
                <a:latin typeface="Aptos Narrow" panose="020B0004020202020204" pitchFamily="34" charset="0"/>
              </a:rPr>
              <a:t>total_sold</a:t>
            </a:r>
            <a:r>
              <a:rPr lang="en-US" dirty="0">
                <a:latin typeface="Aptos Narrow" panose="020B0004020202020204" pitchFamily="34" charset="0"/>
              </a:rPr>
              <a:t> FROM Books b JOIN </a:t>
            </a:r>
            <a:r>
              <a:rPr lang="en-US" dirty="0" err="1">
                <a:latin typeface="Aptos Narrow" panose="020B0004020202020204" pitchFamily="34" charset="0"/>
              </a:rPr>
              <a:t>Order_Items</a:t>
            </a:r>
            <a:r>
              <a:rPr lang="en-US" dirty="0">
                <a:latin typeface="Aptos Narrow" panose="020B0004020202020204" pitchFamily="34" charset="0"/>
              </a:rPr>
              <a:t> oi ON </a:t>
            </a:r>
            <a:r>
              <a:rPr lang="en-US" dirty="0" err="1">
                <a:latin typeface="Aptos Narrow" panose="020B0004020202020204" pitchFamily="34" charset="0"/>
              </a:rPr>
              <a:t>b.book_id</a:t>
            </a:r>
            <a:r>
              <a:rPr lang="en-US" dirty="0">
                <a:latin typeface="Aptos Narrow" panose="020B0004020202020204" pitchFamily="34" charset="0"/>
              </a:rPr>
              <a:t> = </a:t>
            </a:r>
            <a:r>
              <a:rPr lang="en-US" dirty="0" err="1">
                <a:latin typeface="Aptos Narrow" panose="020B0004020202020204" pitchFamily="34" charset="0"/>
              </a:rPr>
              <a:t>oi.book_id</a:t>
            </a:r>
            <a:r>
              <a:rPr lang="en-US" dirty="0">
                <a:latin typeface="Aptos Narrow" panose="020B0004020202020204" pitchFamily="34" charset="0"/>
              </a:rPr>
              <a:t> GROUP BY </a:t>
            </a:r>
            <a:r>
              <a:rPr lang="en-US" dirty="0" err="1">
                <a:latin typeface="Aptos Narrow" panose="020B0004020202020204" pitchFamily="34" charset="0"/>
              </a:rPr>
              <a:t>b.book_id</a:t>
            </a:r>
            <a:r>
              <a:rPr lang="en-US" dirty="0">
                <a:latin typeface="Aptos Narrow" panose="020B0004020202020204" pitchFamily="34" charset="0"/>
              </a:rPr>
              <a:t> ORDER BY </a:t>
            </a:r>
            <a:r>
              <a:rPr lang="en-US" dirty="0" err="1">
                <a:latin typeface="Aptos Narrow" panose="020B0004020202020204" pitchFamily="34" charset="0"/>
              </a:rPr>
              <a:t>total_sold</a:t>
            </a:r>
            <a:r>
              <a:rPr lang="en-US" dirty="0">
                <a:latin typeface="Aptos Narrow" panose="020B0004020202020204" pitchFamily="34" charset="0"/>
              </a:rPr>
              <a:t> DESC LIMIT 1; → Returns the single best-selling book in the bookstore</a:t>
            </a:r>
          </a:p>
          <a:p>
            <a:pPr>
              <a:buNone/>
            </a:pPr>
            <a:br>
              <a:rPr lang="en-US" dirty="0">
                <a:latin typeface="Aptos Narrow" panose="020B0004020202020204" pitchFamily="34" charset="0"/>
              </a:rPr>
            </a:br>
            <a:r>
              <a:rPr lang="en-US" b="1" dirty="0">
                <a:latin typeface="Aptos Narrow" panose="020B0004020202020204" pitchFamily="34" charset="0"/>
              </a:rPr>
              <a:t>Revenue Per Book (Calculated Column)</a:t>
            </a:r>
            <a:r>
              <a:rPr lang="en-US" dirty="0">
                <a:latin typeface="Aptos Narrow" panose="020B0004020202020204" pitchFamily="34" charset="0"/>
              </a:rPr>
              <a:t> Multiply quantity × </a:t>
            </a:r>
            <a:r>
              <a:rPr lang="en-US" dirty="0" err="1">
                <a:latin typeface="Aptos Narrow" panose="020B0004020202020204" pitchFamily="34" charset="0"/>
              </a:rPr>
              <a:t>unit_price</a:t>
            </a:r>
            <a:r>
              <a:rPr lang="en-US" dirty="0">
                <a:latin typeface="Aptos Narrow" panose="020B0004020202020204" pitchFamily="34" charset="0"/>
              </a:rPr>
              <a:t> inside SUM to calculate revenue generated by each book. </a:t>
            </a:r>
          </a:p>
          <a:p>
            <a:pPr>
              <a:buNone/>
            </a:pPr>
            <a:r>
              <a:rPr lang="en-US" dirty="0">
                <a:latin typeface="Aptos Narrow" panose="020B0004020202020204" pitchFamily="34" charset="0"/>
              </a:rPr>
              <a:t>Example: SELECT </a:t>
            </a:r>
            <a:r>
              <a:rPr lang="en-US" dirty="0" err="1">
                <a:latin typeface="Aptos Narrow" panose="020B0004020202020204" pitchFamily="34" charset="0"/>
              </a:rPr>
              <a:t>b.title</a:t>
            </a:r>
            <a:r>
              <a:rPr lang="en-US" dirty="0">
                <a:latin typeface="Aptos Narrow" panose="020B0004020202020204" pitchFamily="34" charset="0"/>
              </a:rPr>
              <a:t>, SUM(</a:t>
            </a:r>
            <a:r>
              <a:rPr lang="en-US" dirty="0" err="1">
                <a:latin typeface="Aptos Narrow" panose="020B0004020202020204" pitchFamily="34" charset="0"/>
              </a:rPr>
              <a:t>oi.quantity</a:t>
            </a:r>
            <a:r>
              <a:rPr lang="en-US" dirty="0">
                <a:latin typeface="Aptos Narrow" panose="020B0004020202020204" pitchFamily="34" charset="0"/>
              </a:rPr>
              <a:t> * </a:t>
            </a:r>
            <a:r>
              <a:rPr lang="en-US" dirty="0" err="1">
                <a:latin typeface="Aptos Narrow" panose="020B0004020202020204" pitchFamily="34" charset="0"/>
              </a:rPr>
              <a:t>oi.unit_price</a:t>
            </a:r>
            <a:r>
              <a:rPr lang="en-US" dirty="0">
                <a:latin typeface="Aptos Narrow" panose="020B0004020202020204" pitchFamily="34" charset="0"/>
              </a:rPr>
              <a:t>) AS revenue FROM Books b JOIN </a:t>
            </a:r>
            <a:r>
              <a:rPr lang="en-US" dirty="0" err="1">
                <a:latin typeface="Aptos Narrow" panose="020B0004020202020204" pitchFamily="34" charset="0"/>
              </a:rPr>
              <a:t>Order_Items</a:t>
            </a:r>
            <a:r>
              <a:rPr lang="en-US" dirty="0">
                <a:latin typeface="Aptos Narrow" panose="020B0004020202020204" pitchFamily="34" charset="0"/>
              </a:rPr>
              <a:t> oi ON </a:t>
            </a:r>
            <a:r>
              <a:rPr lang="en-US" dirty="0" err="1">
                <a:latin typeface="Aptos Narrow" panose="020B0004020202020204" pitchFamily="34" charset="0"/>
              </a:rPr>
              <a:t>b.book_id</a:t>
            </a:r>
            <a:r>
              <a:rPr lang="en-US" dirty="0">
                <a:latin typeface="Aptos Narrow" panose="020B0004020202020204" pitchFamily="34" charset="0"/>
              </a:rPr>
              <a:t> = </a:t>
            </a:r>
            <a:r>
              <a:rPr lang="en-US" dirty="0" err="1">
                <a:latin typeface="Aptos Narrow" panose="020B0004020202020204" pitchFamily="34" charset="0"/>
              </a:rPr>
              <a:t>oi.book_id</a:t>
            </a:r>
            <a:r>
              <a:rPr lang="en-US" dirty="0">
                <a:latin typeface="Aptos Narrow" panose="020B0004020202020204" pitchFamily="34" charset="0"/>
              </a:rPr>
              <a:t> GROUP BY </a:t>
            </a:r>
            <a:r>
              <a:rPr lang="en-US" dirty="0" err="1">
                <a:latin typeface="Aptos Narrow" panose="020B0004020202020204" pitchFamily="34" charset="0"/>
              </a:rPr>
              <a:t>b.book_id</a:t>
            </a:r>
            <a:r>
              <a:rPr lang="en-US" dirty="0">
                <a:latin typeface="Aptos Narrow" panose="020B0004020202020204" pitchFamily="34" charset="0"/>
              </a:rPr>
              <a:t> ORDER BY revenue DESC; → Returns each book along with the total revenue it has generated</a:t>
            </a:r>
          </a:p>
          <a:p>
            <a:pPr>
              <a:buNone/>
            </a:pPr>
            <a:br>
              <a:rPr lang="en-US" dirty="0">
                <a:latin typeface="Aptos Narrow" panose="020B0004020202020204" pitchFamily="34" charset="0"/>
              </a:rPr>
            </a:br>
            <a:r>
              <a:rPr lang="en-US" b="1" dirty="0">
                <a:latin typeface="Aptos Narrow" panose="020B0004020202020204" pitchFamily="34" charset="0"/>
              </a:rPr>
              <a:t>Author Revenue (Multi-table JOIN)</a:t>
            </a:r>
            <a:r>
              <a:rPr lang="en-US" dirty="0">
                <a:latin typeface="Aptos Narrow" panose="020B0004020202020204" pitchFamily="34" charset="0"/>
              </a:rPr>
              <a:t> Multiple JOINs chain three or more tables together to pull combined insights across Authors, Books, and Orders.</a:t>
            </a:r>
          </a:p>
          <a:p>
            <a:pPr>
              <a:buNone/>
            </a:pPr>
            <a:r>
              <a:rPr lang="en-US" dirty="0">
                <a:latin typeface="Aptos Narrow" panose="020B0004020202020204" pitchFamily="34" charset="0"/>
              </a:rPr>
              <a:t> Example: SELECT </a:t>
            </a:r>
            <a:r>
              <a:rPr lang="en-US" dirty="0" err="1">
                <a:latin typeface="Aptos Narrow" panose="020B0004020202020204" pitchFamily="34" charset="0"/>
              </a:rPr>
              <a:t>a.first_name</a:t>
            </a:r>
            <a:r>
              <a:rPr lang="en-US" dirty="0">
                <a:latin typeface="Aptos Narrow" panose="020B0004020202020204" pitchFamily="34" charset="0"/>
              </a:rPr>
              <a:t>, SUM(</a:t>
            </a:r>
            <a:r>
              <a:rPr lang="en-US" dirty="0" err="1">
                <a:latin typeface="Aptos Narrow" panose="020B0004020202020204" pitchFamily="34" charset="0"/>
              </a:rPr>
              <a:t>oi.quantity</a:t>
            </a:r>
            <a:r>
              <a:rPr lang="en-US" dirty="0">
                <a:latin typeface="Aptos Narrow" panose="020B0004020202020204" pitchFamily="34" charset="0"/>
              </a:rPr>
              <a:t> * </a:t>
            </a:r>
            <a:r>
              <a:rPr lang="en-US" dirty="0" err="1">
                <a:latin typeface="Aptos Narrow" panose="020B0004020202020204" pitchFamily="34" charset="0"/>
              </a:rPr>
              <a:t>oi.unit_price</a:t>
            </a:r>
            <a:r>
              <a:rPr lang="en-US" dirty="0">
                <a:latin typeface="Aptos Narrow" panose="020B0004020202020204" pitchFamily="34" charset="0"/>
              </a:rPr>
              <a:t>) AS </a:t>
            </a:r>
            <a:r>
              <a:rPr lang="en-US" dirty="0" err="1">
                <a:latin typeface="Aptos Narrow" panose="020B0004020202020204" pitchFamily="34" charset="0"/>
              </a:rPr>
              <a:t>total_revenue</a:t>
            </a:r>
            <a:r>
              <a:rPr lang="en-US" dirty="0">
                <a:latin typeface="Aptos Narrow" panose="020B0004020202020204" pitchFamily="34" charset="0"/>
              </a:rPr>
              <a:t> FROM Authors a JOIN Books b ON </a:t>
            </a:r>
            <a:r>
              <a:rPr lang="en-US" dirty="0" err="1">
                <a:latin typeface="Aptos Narrow" panose="020B0004020202020204" pitchFamily="34" charset="0"/>
              </a:rPr>
              <a:t>a.author_id</a:t>
            </a:r>
            <a:r>
              <a:rPr lang="en-US" dirty="0">
                <a:latin typeface="Aptos Narrow" panose="020B0004020202020204" pitchFamily="34" charset="0"/>
              </a:rPr>
              <a:t> = </a:t>
            </a:r>
            <a:r>
              <a:rPr lang="en-US" dirty="0" err="1">
                <a:latin typeface="Aptos Narrow" panose="020B0004020202020204" pitchFamily="34" charset="0"/>
              </a:rPr>
              <a:t>b.author_id</a:t>
            </a:r>
            <a:r>
              <a:rPr lang="en-US" dirty="0">
                <a:latin typeface="Aptos Narrow" panose="020B0004020202020204" pitchFamily="34" charset="0"/>
              </a:rPr>
              <a:t> JOIN </a:t>
            </a:r>
            <a:r>
              <a:rPr lang="en-US" dirty="0" err="1">
                <a:latin typeface="Aptos Narrow" panose="020B0004020202020204" pitchFamily="34" charset="0"/>
              </a:rPr>
              <a:t>Order_Items</a:t>
            </a:r>
            <a:r>
              <a:rPr lang="en-US" dirty="0">
                <a:latin typeface="Aptos Narrow" panose="020B0004020202020204" pitchFamily="34" charset="0"/>
              </a:rPr>
              <a:t> oi ON </a:t>
            </a:r>
            <a:r>
              <a:rPr lang="en-US" dirty="0" err="1">
                <a:latin typeface="Aptos Narrow" panose="020B0004020202020204" pitchFamily="34" charset="0"/>
              </a:rPr>
              <a:t>b.book_id</a:t>
            </a:r>
            <a:r>
              <a:rPr lang="en-US" dirty="0">
                <a:latin typeface="Aptos Narrow" panose="020B0004020202020204" pitchFamily="34" charset="0"/>
              </a:rPr>
              <a:t> = </a:t>
            </a:r>
            <a:r>
              <a:rPr lang="en-US" dirty="0" err="1">
                <a:latin typeface="Aptos Narrow" panose="020B0004020202020204" pitchFamily="34" charset="0"/>
              </a:rPr>
              <a:t>oi.book_id</a:t>
            </a:r>
            <a:r>
              <a:rPr lang="en-US" dirty="0">
                <a:latin typeface="Aptos Narrow" panose="020B0004020202020204" pitchFamily="34" charset="0"/>
              </a:rPr>
              <a:t> GROUP BY </a:t>
            </a:r>
            <a:r>
              <a:rPr lang="en-US" dirty="0" err="1">
                <a:latin typeface="Aptos Narrow" panose="020B0004020202020204" pitchFamily="34" charset="0"/>
              </a:rPr>
              <a:t>a.author_id</a:t>
            </a:r>
            <a:r>
              <a:rPr lang="en-US" dirty="0">
                <a:latin typeface="Aptos Narrow" panose="020B0004020202020204" pitchFamily="34" charset="0"/>
              </a:rPr>
              <a:t> ORDER BY </a:t>
            </a:r>
            <a:r>
              <a:rPr lang="en-US" dirty="0" err="1">
                <a:latin typeface="Aptos Narrow" panose="020B0004020202020204" pitchFamily="34" charset="0"/>
              </a:rPr>
              <a:t>total_revenue</a:t>
            </a:r>
            <a:r>
              <a:rPr lang="en-US" dirty="0">
                <a:latin typeface="Aptos Narrow" panose="020B0004020202020204" pitchFamily="34" charset="0"/>
              </a:rPr>
              <a:t> DESC; → Returns each author ranked by how much revenue their books have generated</a:t>
            </a:r>
          </a:p>
          <a:p>
            <a:pPr>
              <a:buNone/>
            </a:pPr>
            <a:br>
              <a:rPr lang="en-US" dirty="0">
                <a:latin typeface="Aptos Narrow" panose="020B0004020202020204" pitchFamily="34" charset="0"/>
              </a:rPr>
            </a:br>
            <a:endParaRPr lang="en-US" dirty="0">
              <a:latin typeface="Aptos Narrow" panose="020B0004020202020204" pitchFamily="34" charset="0"/>
            </a:endParaRPr>
          </a:p>
        </p:txBody>
      </p:sp>
      <p:sp>
        <p:nvSpPr>
          <p:cNvPr id="10" name="TextBox 9">
            <a:extLst>
              <a:ext uri="{FF2B5EF4-FFF2-40B4-BE49-F238E27FC236}">
                <a16:creationId xmlns:a16="http://schemas.microsoft.com/office/drawing/2014/main" id="{8499A3A2-31CB-DA6C-ED5D-4AF1F334152C}"/>
              </a:ext>
            </a:extLst>
          </p:cNvPr>
          <p:cNvSpPr txBox="1"/>
          <p:nvPr/>
        </p:nvSpPr>
        <p:spPr>
          <a:xfrm>
            <a:off x="1956122" y="531761"/>
            <a:ext cx="5775638" cy="471489"/>
          </a:xfrm>
          <a:prstGeom prst="rect">
            <a:avLst/>
          </a:prstGeom>
          <a:noFill/>
        </p:spPr>
        <p:txBody>
          <a:bodyPr wrap="square" rtlCol="0">
            <a:spAutoFit/>
          </a:bodyPr>
          <a:lstStyle/>
          <a:p>
            <a:r>
              <a:rPr lang="en-IN" sz="2400" b="1" dirty="0">
                <a:solidFill>
                  <a:schemeClr val="accent6">
                    <a:lumMod val="75000"/>
                  </a:schemeClr>
                </a:solidFill>
              </a:rPr>
              <a:t>ANALYSIS AND INSIGHTS OF DATA:</a:t>
            </a:r>
          </a:p>
        </p:txBody>
      </p:sp>
    </p:spTree>
    <p:extLst>
      <p:ext uri="{BB962C8B-B14F-4D97-AF65-F5344CB8AC3E}">
        <p14:creationId xmlns:p14="http://schemas.microsoft.com/office/powerpoint/2010/main" val="843668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89C2A16-9637-994A-42BE-361126032C8B}"/>
              </a:ext>
            </a:extLst>
          </p:cNvPr>
          <p:cNvSpPr>
            <a:spLocks noGrp="1"/>
          </p:cNvSpPr>
          <p:nvPr>
            <p:ph type="sldNum" sz="quarter" idx="10"/>
          </p:nvPr>
        </p:nvSpPr>
        <p:spPr/>
        <p:txBody>
          <a:bodyPr/>
          <a:lstStyle/>
          <a:p>
            <a:fld id="{48F63A3B-78C7-47BE-AE5E-E10140E04643}" type="slidenum">
              <a:rPr lang="en-US" smtClean="0"/>
              <a:pPr/>
              <a:t>15</a:t>
            </a:fld>
            <a:endParaRPr lang="en-US" dirty="0"/>
          </a:p>
        </p:txBody>
      </p:sp>
      <p:sp>
        <p:nvSpPr>
          <p:cNvPr id="7" name="TextBox 6">
            <a:extLst>
              <a:ext uri="{FF2B5EF4-FFF2-40B4-BE49-F238E27FC236}">
                <a16:creationId xmlns:a16="http://schemas.microsoft.com/office/drawing/2014/main" id="{C1DB5249-DB20-C4AB-AA1F-06D36412F5F4}"/>
              </a:ext>
            </a:extLst>
          </p:cNvPr>
          <p:cNvSpPr txBox="1"/>
          <p:nvPr/>
        </p:nvSpPr>
        <p:spPr>
          <a:xfrm>
            <a:off x="1574800" y="457199"/>
            <a:ext cx="10617200" cy="5909310"/>
          </a:xfrm>
          <a:prstGeom prst="rect">
            <a:avLst/>
          </a:prstGeom>
          <a:noFill/>
        </p:spPr>
        <p:txBody>
          <a:bodyPr wrap="square">
            <a:spAutoFit/>
          </a:bodyPr>
          <a:lstStyle/>
          <a:p>
            <a:pPr>
              <a:buNone/>
            </a:pPr>
            <a:r>
              <a:rPr lang="en-US" b="1" dirty="0">
                <a:latin typeface="Aptos Narrow" panose="020B0004020202020204" pitchFamily="34" charset="0"/>
              </a:rPr>
              <a:t>Category-wise Revenue</a:t>
            </a:r>
            <a:r>
              <a:rPr lang="en-US" dirty="0">
                <a:latin typeface="Aptos Narrow" panose="020B0004020202020204" pitchFamily="34" charset="0"/>
              </a:rPr>
              <a:t> Groups sales data by book category to identify which genre earns the most. </a:t>
            </a:r>
          </a:p>
          <a:p>
            <a:pPr>
              <a:buNone/>
            </a:pPr>
            <a:r>
              <a:rPr lang="en-US" dirty="0">
                <a:latin typeface="Aptos Narrow" panose="020B0004020202020204" pitchFamily="34" charset="0"/>
              </a:rPr>
              <a:t>Example: SELECT </a:t>
            </a:r>
            <a:r>
              <a:rPr lang="en-US" dirty="0" err="1">
                <a:latin typeface="Aptos Narrow" panose="020B0004020202020204" pitchFamily="34" charset="0"/>
              </a:rPr>
              <a:t>c.category_name</a:t>
            </a:r>
            <a:r>
              <a:rPr lang="en-US" dirty="0">
                <a:latin typeface="Aptos Narrow" panose="020B0004020202020204" pitchFamily="34" charset="0"/>
              </a:rPr>
              <a:t>, SUM(</a:t>
            </a:r>
            <a:r>
              <a:rPr lang="en-US" dirty="0" err="1">
                <a:latin typeface="Aptos Narrow" panose="020B0004020202020204" pitchFamily="34" charset="0"/>
              </a:rPr>
              <a:t>oi.quantity</a:t>
            </a:r>
            <a:r>
              <a:rPr lang="en-US" dirty="0">
                <a:latin typeface="Aptos Narrow" panose="020B0004020202020204" pitchFamily="34" charset="0"/>
              </a:rPr>
              <a:t> * </a:t>
            </a:r>
            <a:r>
              <a:rPr lang="en-US" dirty="0" err="1">
                <a:latin typeface="Aptos Narrow" panose="020B0004020202020204" pitchFamily="34" charset="0"/>
              </a:rPr>
              <a:t>oi.unit_price</a:t>
            </a:r>
            <a:r>
              <a:rPr lang="en-US" dirty="0">
                <a:latin typeface="Aptos Narrow" panose="020B0004020202020204" pitchFamily="34" charset="0"/>
              </a:rPr>
              <a:t>) AS revenue FROM Categories c JOIN Books b ON </a:t>
            </a:r>
            <a:r>
              <a:rPr lang="en-US" dirty="0" err="1">
                <a:latin typeface="Aptos Narrow" panose="020B0004020202020204" pitchFamily="34" charset="0"/>
              </a:rPr>
              <a:t>c.category_id</a:t>
            </a:r>
            <a:r>
              <a:rPr lang="en-US" dirty="0">
                <a:latin typeface="Aptos Narrow" panose="020B0004020202020204" pitchFamily="34" charset="0"/>
              </a:rPr>
              <a:t> = </a:t>
            </a:r>
            <a:r>
              <a:rPr lang="en-US" dirty="0" err="1">
                <a:latin typeface="Aptos Narrow" panose="020B0004020202020204" pitchFamily="34" charset="0"/>
              </a:rPr>
              <a:t>b.category_id</a:t>
            </a:r>
            <a:r>
              <a:rPr lang="en-US" dirty="0">
                <a:latin typeface="Aptos Narrow" panose="020B0004020202020204" pitchFamily="34" charset="0"/>
              </a:rPr>
              <a:t> JOIN </a:t>
            </a:r>
            <a:r>
              <a:rPr lang="en-US" dirty="0" err="1">
                <a:latin typeface="Aptos Narrow" panose="020B0004020202020204" pitchFamily="34" charset="0"/>
              </a:rPr>
              <a:t>Order_Items</a:t>
            </a:r>
            <a:r>
              <a:rPr lang="en-US" dirty="0">
                <a:latin typeface="Aptos Narrow" panose="020B0004020202020204" pitchFamily="34" charset="0"/>
              </a:rPr>
              <a:t> oi ON </a:t>
            </a:r>
            <a:r>
              <a:rPr lang="en-US" dirty="0" err="1">
                <a:latin typeface="Aptos Narrow" panose="020B0004020202020204" pitchFamily="34" charset="0"/>
              </a:rPr>
              <a:t>b.book_id</a:t>
            </a:r>
            <a:r>
              <a:rPr lang="en-US" dirty="0">
                <a:latin typeface="Aptos Narrow" panose="020B0004020202020204" pitchFamily="34" charset="0"/>
              </a:rPr>
              <a:t> = </a:t>
            </a:r>
            <a:r>
              <a:rPr lang="en-US" dirty="0" err="1">
                <a:latin typeface="Aptos Narrow" panose="020B0004020202020204" pitchFamily="34" charset="0"/>
              </a:rPr>
              <a:t>oi.book_id</a:t>
            </a:r>
            <a:r>
              <a:rPr lang="en-US" dirty="0">
                <a:latin typeface="Aptos Narrow" panose="020B0004020202020204" pitchFamily="34" charset="0"/>
              </a:rPr>
              <a:t> GROUP BY </a:t>
            </a:r>
            <a:r>
              <a:rPr lang="en-US" dirty="0" err="1">
                <a:latin typeface="Aptos Narrow" panose="020B0004020202020204" pitchFamily="34" charset="0"/>
              </a:rPr>
              <a:t>c.category_id</a:t>
            </a:r>
            <a:r>
              <a:rPr lang="en-US" dirty="0">
                <a:latin typeface="Aptos Narrow" panose="020B0004020202020204" pitchFamily="34" charset="0"/>
              </a:rPr>
              <a:t> ORDER BY revenue DESC;</a:t>
            </a:r>
          </a:p>
          <a:p>
            <a:pPr>
              <a:buNone/>
            </a:pPr>
            <a:r>
              <a:rPr lang="en-US" dirty="0">
                <a:latin typeface="Aptos Narrow" panose="020B0004020202020204" pitchFamily="34" charset="0"/>
              </a:rPr>
              <a:t> → Returns each book category ranked by total revenue earned</a:t>
            </a:r>
          </a:p>
          <a:p>
            <a:pPr>
              <a:buNone/>
            </a:pPr>
            <a:br>
              <a:rPr lang="en-US" dirty="0">
                <a:latin typeface="Aptos Narrow" panose="020B0004020202020204" pitchFamily="34" charset="0"/>
              </a:rPr>
            </a:br>
            <a:endParaRPr lang="en-US" dirty="0">
              <a:latin typeface="Aptos Narrow" panose="020B0004020202020204" pitchFamily="34" charset="0"/>
            </a:endParaRPr>
          </a:p>
          <a:p>
            <a:pPr>
              <a:buNone/>
            </a:pPr>
            <a:r>
              <a:rPr lang="en-US" b="1" dirty="0">
                <a:latin typeface="Aptos Narrow" panose="020B0004020202020204" pitchFamily="34" charset="0"/>
              </a:rPr>
              <a:t>Monthly Revenue (DATE_FORMAT)</a:t>
            </a:r>
            <a:r>
              <a:rPr lang="en-US" dirty="0">
                <a:latin typeface="Aptos Narrow" panose="020B0004020202020204" pitchFamily="34" charset="0"/>
              </a:rPr>
              <a:t> DATE_FORMAT extracts and formats date parts. Grouping by month shows revenue trends over time. </a:t>
            </a:r>
          </a:p>
          <a:p>
            <a:pPr>
              <a:buNone/>
            </a:pPr>
            <a:r>
              <a:rPr lang="en-US" dirty="0">
                <a:latin typeface="Aptos Narrow" panose="020B0004020202020204" pitchFamily="34" charset="0"/>
              </a:rPr>
              <a:t>Example: SELECT DATE_FORMAT(</a:t>
            </a:r>
            <a:r>
              <a:rPr lang="en-US" dirty="0" err="1">
                <a:latin typeface="Aptos Narrow" panose="020B0004020202020204" pitchFamily="34" charset="0"/>
              </a:rPr>
              <a:t>order_date</a:t>
            </a:r>
            <a:r>
              <a:rPr lang="en-US" dirty="0">
                <a:latin typeface="Aptos Narrow" panose="020B0004020202020204" pitchFamily="34" charset="0"/>
              </a:rPr>
              <a:t>, '%Y-%m') AS month, SUM(</a:t>
            </a:r>
            <a:r>
              <a:rPr lang="en-US" dirty="0" err="1">
                <a:latin typeface="Aptos Narrow" panose="020B0004020202020204" pitchFamily="34" charset="0"/>
              </a:rPr>
              <a:t>total_amount</a:t>
            </a:r>
            <a:r>
              <a:rPr lang="en-US" dirty="0">
                <a:latin typeface="Aptos Narrow" panose="020B0004020202020204" pitchFamily="34" charset="0"/>
              </a:rPr>
              <a:t>) AS revenue FROM Orders GROUP BY month ORDER BY month; </a:t>
            </a:r>
          </a:p>
          <a:p>
            <a:pPr>
              <a:buNone/>
            </a:pPr>
            <a:r>
              <a:rPr lang="en-US" dirty="0">
                <a:latin typeface="Aptos Narrow" panose="020B0004020202020204" pitchFamily="34" charset="0"/>
              </a:rPr>
              <a:t>→ Returns total revenue earned each month in chronological order</a:t>
            </a:r>
          </a:p>
          <a:p>
            <a:pPr>
              <a:buNone/>
            </a:pPr>
            <a:br>
              <a:rPr lang="en-US" dirty="0">
                <a:latin typeface="Aptos Narrow" panose="020B0004020202020204" pitchFamily="34" charset="0"/>
              </a:rPr>
            </a:br>
            <a:endParaRPr lang="en-US" dirty="0">
              <a:latin typeface="Aptos Narrow" panose="020B0004020202020204" pitchFamily="34" charset="0"/>
            </a:endParaRPr>
          </a:p>
          <a:p>
            <a:pPr>
              <a:buNone/>
            </a:pPr>
            <a:r>
              <a:rPr lang="en-US" b="1" dirty="0">
                <a:latin typeface="Aptos Narrow" panose="020B0004020202020204" pitchFamily="34" charset="0"/>
              </a:rPr>
              <a:t>CASE WHEN (Conditional Aggregation)</a:t>
            </a:r>
            <a:r>
              <a:rPr lang="en-US" dirty="0">
                <a:latin typeface="Aptos Narrow" panose="020B0004020202020204" pitchFamily="34" charset="0"/>
              </a:rPr>
              <a:t> CASE WHEN applies conditions inside aggregate functions to calculate multiple metrics in a single query. </a:t>
            </a:r>
          </a:p>
          <a:p>
            <a:pPr>
              <a:buNone/>
            </a:pPr>
            <a:endParaRPr lang="en-US" dirty="0">
              <a:latin typeface="Aptos Narrow" panose="020B0004020202020204" pitchFamily="34" charset="0"/>
            </a:endParaRPr>
          </a:p>
          <a:p>
            <a:pPr>
              <a:buNone/>
            </a:pPr>
            <a:r>
              <a:rPr lang="en-US" dirty="0">
                <a:latin typeface="Aptos Narrow" panose="020B0004020202020204" pitchFamily="34" charset="0"/>
              </a:rPr>
              <a:t>Example: SELECT COUNT(*) AS </a:t>
            </a:r>
            <a:r>
              <a:rPr lang="en-US" dirty="0" err="1">
                <a:latin typeface="Aptos Narrow" panose="020B0004020202020204" pitchFamily="34" charset="0"/>
              </a:rPr>
              <a:t>total_payments</a:t>
            </a:r>
            <a:r>
              <a:rPr lang="en-US" dirty="0">
                <a:latin typeface="Aptos Narrow" panose="020B0004020202020204" pitchFamily="34" charset="0"/>
              </a:rPr>
              <a:t>, SUM(CASE WHEN </a:t>
            </a:r>
            <a:r>
              <a:rPr lang="en-US" dirty="0" err="1">
                <a:latin typeface="Aptos Narrow" panose="020B0004020202020204" pitchFamily="34" charset="0"/>
              </a:rPr>
              <a:t>payment_status</a:t>
            </a:r>
            <a:r>
              <a:rPr lang="en-US" dirty="0">
                <a:latin typeface="Aptos Narrow" panose="020B0004020202020204" pitchFamily="34" charset="0"/>
              </a:rPr>
              <a:t> = 'Pending' THEN 1 ELSE 0 END) AS </a:t>
            </a:r>
            <a:r>
              <a:rPr lang="en-US" dirty="0" err="1">
                <a:latin typeface="Aptos Narrow" panose="020B0004020202020204" pitchFamily="34" charset="0"/>
              </a:rPr>
              <a:t>pending_payments</a:t>
            </a:r>
            <a:r>
              <a:rPr lang="en-US" dirty="0">
                <a:latin typeface="Aptos Narrow" panose="020B0004020202020204" pitchFamily="34" charset="0"/>
              </a:rPr>
              <a:t>, SUM(CASE WHEN </a:t>
            </a:r>
            <a:r>
              <a:rPr lang="en-US" dirty="0" err="1">
                <a:latin typeface="Aptos Narrow" panose="020B0004020202020204" pitchFamily="34" charset="0"/>
              </a:rPr>
              <a:t>payment_status</a:t>
            </a:r>
            <a:r>
              <a:rPr lang="en-US" dirty="0">
                <a:latin typeface="Aptos Narrow" panose="020B0004020202020204" pitchFamily="34" charset="0"/>
              </a:rPr>
              <a:t> = 'Success' THEN amount ELSE 0 END) AS </a:t>
            </a:r>
            <a:r>
              <a:rPr lang="en-US" dirty="0" err="1">
                <a:latin typeface="Aptos Narrow" panose="020B0004020202020204" pitchFamily="34" charset="0"/>
              </a:rPr>
              <a:t>total_revenue</a:t>
            </a:r>
            <a:r>
              <a:rPr lang="en-US" dirty="0">
                <a:latin typeface="Aptos Narrow" panose="020B0004020202020204" pitchFamily="34" charset="0"/>
              </a:rPr>
              <a:t> FROM Payments; </a:t>
            </a:r>
          </a:p>
          <a:p>
            <a:pPr>
              <a:buNone/>
            </a:pPr>
            <a:r>
              <a:rPr lang="en-US" dirty="0">
                <a:latin typeface="Aptos Narrow" panose="020B0004020202020204" pitchFamily="34" charset="0"/>
              </a:rPr>
              <a:t>→ Returns total payments, pending count, and successful revenue all in one result row</a:t>
            </a:r>
          </a:p>
        </p:txBody>
      </p:sp>
    </p:spTree>
    <p:extLst>
      <p:ext uri="{BB962C8B-B14F-4D97-AF65-F5344CB8AC3E}">
        <p14:creationId xmlns:p14="http://schemas.microsoft.com/office/powerpoint/2010/main" val="2233138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DCE37-2BC7-2D32-EB3A-29AB8A14FD61}"/>
              </a:ext>
            </a:extLst>
          </p:cNvPr>
          <p:cNvSpPr>
            <a:spLocks noGrp="1"/>
          </p:cNvSpPr>
          <p:nvPr>
            <p:ph type="title"/>
          </p:nvPr>
        </p:nvSpPr>
        <p:spPr>
          <a:xfrm>
            <a:off x="1682643" y="202521"/>
            <a:ext cx="9879437" cy="726167"/>
          </a:xfrm>
        </p:spPr>
        <p:txBody>
          <a:bodyPr/>
          <a:lstStyle/>
          <a:p>
            <a:r>
              <a:rPr lang="en-IN" dirty="0"/>
              <a:t>Retrieve data with Sub queries</a:t>
            </a:r>
          </a:p>
        </p:txBody>
      </p:sp>
      <p:sp>
        <p:nvSpPr>
          <p:cNvPr id="5" name="Slide Number Placeholder 4">
            <a:extLst>
              <a:ext uri="{FF2B5EF4-FFF2-40B4-BE49-F238E27FC236}">
                <a16:creationId xmlns:a16="http://schemas.microsoft.com/office/drawing/2014/main" id="{212BA373-052D-BA7A-D1B3-CB1CEAE7B010}"/>
              </a:ext>
            </a:extLst>
          </p:cNvPr>
          <p:cNvSpPr>
            <a:spLocks noGrp="1"/>
          </p:cNvSpPr>
          <p:nvPr>
            <p:ph type="sldNum" sz="quarter" idx="10"/>
          </p:nvPr>
        </p:nvSpPr>
        <p:spPr/>
        <p:txBody>
          <a:bodyPr/>
          <a:lstStyle/>
          <a:p>
            <a:fld id="{48F63A3B-78C7-47BE-AE5E-E10140E04643}" type="slidenum">
              <a:rPr lang="en-US" smtClean="0"/>
              <a:pPr/>
              <a:t>16</a:t>
            </a:fld>
            <a:endParaRPr lang="en-US" dirty="0"/>
          </a:p>
        </p:txBody>
      </p:sp>
      <p:sp>
        <p:nvSpPr>
          <p:cNvPr id="6" name="TextBox 5">
            <a:extLst>
              <a:ext uri="{FF2B5EF4-FFF2-40B4-BE49-F238E27FC236}">
                <a16:creationId xmlns:a16="http://schemas.microsoft.com/office/drawing/2014/main" id="{04C82CF3-EF4F-0803-03B9-D0B64F6DA45E}"/>
              </a:ext>
            </a:extLst>
          </p:cNvPr>
          <p:cNvSpPr txBox="1"/>
          <p:nvPr/>
        </p:nvSpPr>
        <p:spPr>
          <a:xfrm>
            <a:off x="751840" y="928688"/>
            <a:ext cx="5208106" cy="6740307"/>
          </a:xfrm>
          <a:prstGeom prst="rect">
            <a:avLst/>
          </a:prstGeom>
          <a:noFill/>
        </p:spPr>
        <p:txBody>
          <a:bodyPr wrap="square" rtlCol="0">
            <a:spAutoFit/>
          </a:bodyPr>
          <a:lstStyle/>
          <a:p>
            <a:r>
              <a:rPr lang="en-US" sz="1600" b="1" dirty="0">
                <a:latin typeface="Aptos Narrow" panose="020B0004020202020204" pitchFamily="34" charset="0"/>
              </a:rPr>
              <a:t>What is a Subquery?</a:t>
            </a:r>
            <a:r>
              <a:rPr lang="en-US" sz="1600" dirty="0">
                <a:latin typeface="Aptos Narrow" panose="020B0004020202020204" pitchFamily="34" charset="0"/>
              </a:rPr>
              <a:t> A subquery is a query written inside another query. The inner query runs first and passes its result to the outer query.</a:t>
            </a:r>
          </a:p>
          <a:p>
            <a:br>
              <a:rPr lang="en-US" sz="1600" dirty="0">
                <a:latin typeface="Aptos Narrow" panose="020B0004020202020204" pitchFamily="34" charset="0"/>
              </a:rPr>
            </a:br>
            <a:r>
              <a:rPr lang="en-US" sz="1600" b="1" dirty="0">
                <a:highlight>
                  <a:srgbClr val="FFFF00"/>
                </a:highlight>
                <a:latin typeface="Aptos Narrow" panose="020B0004020202020204" pitchFamily="34" charset="0"/>
              </a:rPr>
              <a:t>Scalar Subquery</a:t>
            </a:r>
            <a:r>
              <a:rPr lang="en-US" sz="1600" dirty="0">
                <a:highlight>
                  <a:srgbClr val="FFFF00"/>
                </a:highlight>
                <a:latin typeface="Aptos Narrow" panose="020B0004020202020204" pitchFamily="34" charset="0"/>
              </a:rPr>
              <a:t> </a:t>
            </a:r>
          </a:p>
          <a:p>
            <a:r>
              <a:rPr lang="en-US" sz="1600" dirty="0">
                <a:highlight>
                  <a:srgbClr val="FFFF00"/>
                </a:highlight>
                <a:latin typeface="Aptos Narrow" panose="020B0004020202020204" pitchFamily="34" charset="0"/>
              </a:rPr>
              <a:t>Returns a single value (one row, one column). Used with operators like =, &gt;, &lt; to compare against that one value.</a:t>
            </a:r>
          </a:p>
          <a:p>
            <a:endParaRPr lang="en-US" sz="1600" dirty="0">
              <a:latin typeface="Aptos Narrow" panose="020B0004020202020204" pitchFamily="34" charset="0"/>
            </a:endParaRPr>
          </a:p>
          <a:p>
            <a:r>
              <a:rPr lang="en-US" sz="1600" b="1" u="sng" dirty="0">
                <a:latin typeface="Aptos Narrow" panose="020B0004020202020204" pitchFamily="34" charset="0"/>
              </a:rPr>
              <a:t>Books priced above average</a:t>
            </a:r>
          </a:p>
          <a:p>
            <a:r>
              <a:rPr lang="en-US" sz="1600" dirty="0">
                <a:latin typeface="Aptos Narrow" panose="020B0004020202020204" pitchFamily="34" charset="0"/>
              </a:rPr>
              <a:t> SELECT title, price FROM Books WHERE price &gt; </a:t>
            </a:r>
            <a:r>
              <a:rPr lang="en-US" sz="1600" dirty="0">
                <a:highlight>
                  <a:srgbClr val="FFEFEF"/>
                </a:highlight>
                <a:latin typeface="Aptos Narrow" panose="020B0004020202020204" pitchFamily="34" charset="0"/>
              </a:rPr>
              <a:t>(SELECT AVG(price) FROM Books); → The inner query finds the average book price, outer query returns all books costing more than that</a:t>
            </a:r>
          </a:p>
          <a:p>
            <a:br>
              <a:rPr lang="en-US" sz="1600" u="sng" dirty="0">
                <a:latin typeface="Aptos Narrow" panose="020B0004020202020204" pitchFamily="34" charset="0"/>
              </a:rPr>
            </a:br>
            <a:r>
              <a:rPr lang="en-IN" sz="1600" b="1" u="sng" dirty="0"/>
              <a:t>Most expensive book</a:t>
            </a:r>
          </a:p>
          <a:p>
            <a:r>
              <a:rPr lang="en-US" sz="1600" dirty="0">
                <a:latin typeface="Aptos Narrow" panose="020B0004020202020204" pitchFamily="34" charset="0"/>
              </a:rPr>
              <a:t>SELECT * FROM Books WHERE price = (</a:t>
            </a:r>
            <a:r>
              <a:rPr lang="en-US" sz="1600" dirty="0">
                <a:highlight>
                  <a:srgbClr val="FFEFEF"/>
                </a:highlight>
                <a:latin typeface="Aptos Narrow" panose="020B0004020202020204" pitchFamily="34" charset="0"/>
              </a:rPr>
              <a:t>SELECT MAX(price) FROM Books);  </a:t>
            </a:r>
            <a:r>
              <a:rPr lang="en-US" sz="1600" dirty="0">
                <a:latin typeface="Aptos Narrow" panose="020B0004020202020204" pitchFamily="34" charset="0"/>
              </a:rPr>
              <a:t>  → The inner query finds the highest price, outer query returns the full details of that book</a:t>
            </a:r>
          </a:p>
          <a:p>
            <a:endParaRPr lang="en-US" sz="1600" dirty="0">
              <a:latin typeface="Aptos Narrow" panose="020B0004020202020204" pitchFamily="34" charset="0"/>
            </a:endParaRPr>
          </a:p>
          <a:p>
            <a:r>
              <a:rPr lang="en-US" sz="1600" b="1" u="sng" dirty="0">
                <a:latin typeface="Aptos Narrow" panose="020B0004020202020204" pitchFamily="34" charset="0"/>
              </a:rPr>
              <a:t>Orders above average order value</a:t>
            </a:r>
          </a:p>
          <a:p>
            <a:r>
              <a:rPr lang="en-US" sz="1600" dirty="0">
                <a:latin typeface="Aptos Narrow" panose="020B0004020202020204" pitchFamily="34" charset="0"/>
              </a:rPr>
              <a:t> SELECT * FROM Orders WHERE </a:t>
            </a:r>
            <a:r>
              <a:rPr lang="en-US" sz="1600" dirty="0" err="1">
                <a:latin typeface="Aptos Narrow" panose="020B0004020202020204" pitchFamily="34" charset="0"/>
              </a:rPr>
              <a:t>total_amount</a:t>
            </a:r>
            <a:r>
              <a:rPr lang="en-US" sz="1600" dirty="0">
                <a:latin typeface="Aptos Narrow" panose="020B0004020202020204" pitchFamily="34" charset="0"/>
              </a:rPr>
              <a:t> </a:t>
            </a:r>
            <a:r>
              <a:rPr lang="en-US" sz="1600" dirty="0">
                <a:highlight>
                  <a:srgbClr val="FFEFEF"/>
                </a:highlight>
                <a:latin typeface="Aptos Narrow" panose="020B0004020202020204" pitchFamily="34" charset="0"/>
              </a:rPr>
              <a:t>&gt; (SELECT AVG(</a:t>
            </a:r>
            <a:r>
              <a:rPr lang="en-US" sz="1600" dirty="0" err="1">
                <a:highlight>
                  <a:srgbClr val="FFEFEF"/>
                </a:highlight>
                <a:latin typeface="Aptos Narrow" panose="020B0004020202020204" pitchFamily="34" charset="0"/>
              </a:rPr>
              <a:t>total_amount</a:t>
            </a:r>
            <a:r>
              <a:rPr lang="en-US" sz="1600" dirty="0">
                <a:highlight>
                  <a:srgbClr val="FFEFEF"/>
                </a:highlight>
                <a:latin typeface="Aptos Narrow" panose="020B0004020202020204" pitchFamily="34" charset="0"/>
              </a:rPr>
              <a:t>) FROM Orders);    </a:t>
            </a:r>
            <a:r>
              <a:rPr lang="en-US" sz="1600" dirty="0">
                <a:latin typeface="Aptos Narrow" panose="020B0004020202020204" pitchFamily="34" charset="0"/>
              </a:rPr>
              <a:t>→ Returns all orders where the amount spent is higher than the average order value</a:t>
            </a:r>
          </a:p>
          <a:p>
            <a:br>
              <a:rPr lang="en-US" sz="1600" dirty="0">
                <a:latin typeface="Aptos Narrow" panose="020B0004020202020204" pitchFamily="34" charset="0"/>
              </a:rPr>
            </a:br>
            <a:endParaRPr lang="en-US" sz="1600" dirty="0">
              <a:latin typeface="Aptos Narrow" panose="020B0004020202020204" pitchFamily="34" charset="0"/>
            </a:endParaRPr>
          </a:p>
          <a:p>
            <a:endParaRPr lang="en-IN" sz="1600" dirty="0">
              <a:latin typeface="Aptos Narrow" panose="020B0004020202020204" pitchFamily="34" charset="0"/>
            </a:endParaRPr>
          </a:p>
        </p:txBody>
      </p:sp>
      <p:sp>
        <p:nvSpPr>
          <p:cNvPr id="7" name="TextBox 6">
            <a:extLst>
              <a:ext uri="{FF2B5EF4-FFF2-40B4-BE49-F238E27FC236}">
                <a16:creationId xmlns:a16="http://schemas.microsoft.com/office/drawing/2014/main" id="{78ACAD58-C175-4B89-6F3B-0E48E67C7B28}"/>
              </a:ext>
            </a:extLst>
          </p:cNvPr>
          <p:cNvSpPr txBox="1"/>
          <p:nvPr/>
        </p:nvSpPr>
        <p:spPr>
          <a:xfrm>
            <a:off x="6096000" y="1137920"/>
            <a:ext cx="6014720" cy="5262979"/>
          </a:xfrm>
          <a:prstGeom prst="rect">
            <a:avLst/>
          </a:prstGeom>
          <a:noFill/>
        </p:spPr>
        <p:txBody>
          <a:bodyPr wrap="square" rtlCol="0">
            <a:spAutoFit/>
          </a:bodyPr>
          <a:lstStyle/>
          <a:p>
            <a:r>
              <a:rPr lang="en-US" sz="1600" b="1" dirty="0">
                <a:highlight>
                  <a:srgbClr val="FFFF00"/>
                </a:highlight>
                <a:latin typeface="Aptos Narrow" panose="020B0004020202020204" pitchFamily="34" charset="0"/>
              </a:rPr>
              <a:t>Tabular Subquery</a:t>
            </a:r>
            <a:r>
              <a:rPr lang="en-US" sz="1600" dirty="0">
                <a:highlight>
                  <a:srgbClr val="FFFF00"/>
                </a:highlight>
                <a:latin typeface="Aptos Narrow" panose="020B0004020202020204" pitchFamily="34" charset="0"/>
              </a:rPr>
              <a:t> Returns multiple rows. Used with IN or NOT IN to check if a value exists in that list of results.</a:t>
            </a:r>
          </a:p>
          <a:p>
            <a:endParaRPr lang="en-US" sz="1600" b="1" dirty="0">
              <a:latin typeface="Aptos Narrow" panose="020B0004020202020204" pitchFamily="34" charset="0"/>
            </a:endParaRPr>
          </a:p>
          <a:p>
            <a:r>
              <a:rPr lang="en-US" sz="1600" b="1" dirty="0">
                <a:latin typeface="Aptos Narrow" panose="020B0004020202020204" pitchFamily="34" charset="0"/>
              </a:rPr>
              <a:t> </a:t>
            </a:r>
            <a:r>
              <a:rPr lang="en-US" sz="1600" b="1" u="sng" dirty="0">
                <a:latin typeface="Aptos Narrow" panose="020B0004020202020204" pitchFamily="34" charset="0"/>
              </a:rPr>
              <a:t>Books in Fiction category</a:t>
            </a:r>
            <a:r>
              <a:rPr lang="en-US" sz="1600" u="sng" dirty="0">
                <a:latin typeface="Aptos Narrow" panose="020B0004020202020204" pitchFamily="34" charset="0"/>
              </a:rPr>
              <a:t> </a:t>
            </a:r>
          </a:p>
          <a:p>
            <a:r>
              <a:rPr lang="en-US" sz="1600" dirty="0">
                <a:latin typeface="Aptos Narrow" panose="020B0004020202020204" pitchFamily="34" charset="0"/>
              </a:rPr>
              <a:t>SELECT title FROM Books WHERE </a:t>
            </a:r>
            <a:r>
              <a:rPr lang="en-US" sz="1600" dirty="0" err="1">
                <a:latin typeface="Aptos Narrow" panose="020B0004020202020204" pitchFamily="34" charset="0"/>
              </a:rPr>
              <a:t>category_id</a:t>
            </a:r>
            <a:r>
              <a:rPr lang="en-US" sz="1600" dirty="0">
                <a:latin typeface="Aptos Narrow" panose="020B0004020202020204" pitchFamily="34" charset="0"/>
              </a:rPr>
              <a:t> IN </a:t>
            </a:r>
            <a:r>
              <a:rPr lang="en-US" sz="1600" dirty="0">
                <a:highlight>
                  <a:srgbClr val="FFEFEF"/>
                </a:highlight>
                <a:latin typeface="Aptos Narrow" panose="020B0004020202020204" pitchFamily="34" charset="0"/>
              </a:rPr>
              <a:t>(SELECT </a:t>
            </a:r>
            <a:r>
              <a:rPr lang="en-US" sz="1600" dirty="0" err="1">
                <a:highlight>
                  <a:srgbClr val="FFEFEF"/>
                </a:highlight>
                <a:latin typeface="Aptos Narrow" panose="020B0004020202020204" pitchFamily="34" charset="0"/>
              </a:rPr>
              <a:t>category_id</a:t>
            </a:r>
            <a:r>
              <a:rPr lang="en-US" sz="1600" dirty="0">
                <a:highlight>
                  <a:srgbClr val="FFEFEF"/>
                </a:highlight>
                <a:latin typeface="Aptos Narrow" panose="020B0004020202020204" pitchFamily="34" charset="0"/>
              </a:rPr>
              <a:t> FROM Categories WHERE </a:t>
            </a:r>
            <a:r>
              <a:rPr lang="en-US" sz="1600" dirty="0" err="1">
                <a:highlight>
                  <a:srgbClr val="FFEFEF"/>
                </a:highlight>
                <a:latin typeface="Aptos Narrow" panose="020B0004020202020204" pitchFamily="34" charset="0"/>
              </a:rPr>
              <a:t>category_name</a:t>
            </a:r>
            <a:r>
              <a:rPr lang="en-US" sz="1600" dirty="0">
                <a:highlight>
                  <a:srgbClr val="FFEFEF"/>
                </a:highlight>
                <a:latin typeface="Aptos Narrow" panose="020B0004020202020204" pitchFamily="34" charset="0"/>
              </a:rPr>
              <a:t> = 'Fiction’);         </a:t>
            </a:r>
            <a:r>
              <a:rPr lang="en-US" sz="1600" dirty="0">
                <a:highlight>
                  <a:srgbClr val="FCFBF6"/>
                </a:highlight>
                <a:latin typeface="Aptos Narrow" panose="020B0004020202020204" pitchFamily="34" charset="0"/>
              </a:rPr>
              <a:t>→ Inner query gets the Fiction category ID, outer query returns all books belonging to that category</a:t>
            </a:r>
          </a:p>
          <a:p>
            <a:endParaRPr lang="en-US" sz="1600" b="1" u="sng" dirty="0">
              <a:latin typeface="Aptos Narrow" panose="020B0004020202020204" pitchFamily="34" charset="0"/>
            </a:endParaRPr>
          </a:p>
          <a:p>
            <a:r>
              <a:rPr lang="en-US" sz="1600" b="1" u="sng" dirty="0">
                <a:latin typeface="Aptos Narrow" panose="020B0004020202020204" pitchFamily="34" charset="0"/>
              </a:rPr>
              <a:t>Books that were never ordered</a:t>
            </a:r>
          </a:p>
          <a:p>
            <a:r>
              <a:rPr lang="en-US" sz="1600" dirty="0">
                <a:latin typeface="Aptos Narrow" panose="020B0004020202020204" pitchFamily="34" charset="0"/>
              </a:rPr>
              <a:t> SELECT title FROM Books WHERE </a:t>
            </a:r>
            <a:r>
              <a:rPr lang="en-US" sz="1600" dirty="0" err="1">
                <a:latin typeface="Aptos Narrow" panose="020B0004020202020204" pitchFamily="34" charset="0"/>
              </a:rPr>
              <a:t>book_id</a:t>
            </a:r>
            <a:r>
              <a:rPr lang="en-US" sz="1600" dirty="0">
                <a:latin typeface="Aptos Narrow" panose="020B0004020202020204" pitchFamily="34" charset="0"/>
              </a:rPr>
              <a:t> NOT IN </a:t>
            </a:r>
            <a:r>
              <a:rPr lang="en-US" sz="1600" dirty="0">
                <a:highlight>
                  <a:srgbClr val="FFEFEF"/>
                </a:highlight>
                <a:latin typeface="Aptos Narrow" panose="020B0004020202020204" pitchFamily="34" charset="0"/>
              </a:rPr>
              <a:t>(SELECT </a:t>
            </a:r>
            <a:r>
              <a:rPr lang="en-US" sz="1600" dirty="0" err="1">
                <a:highlight>
                  <a:srgbClr val="FFEFEF"/>
                </a:highlight>
                <a:latin typeface="Aptos Narrow" panose="020B0004020202020204" pitchFamily="34" charset="0"/>
              </a:rPr>
              <a:t>book_id</a:t>
            </a:r>
            <a:r>
              <a:rPr lang="en-US" sz="1600" dirty="0">
                <a:highlight>
                  <a:srgbClr val="FFEFEF"/>
                </a:highlight>
                <a:latin typeface="Aptos Narrow" panose="020B0004020202020204" pitchFamily="34" charset="0"/>
              </a:rPr>
              <a:t> FROM </a:t>
            </a:r>
            <a:r>
              <a:rPr lang="en-US" sz="1600" dirty="0" err="1">
                <a:highlight>
                  <a:srgbClr val="FFEFEF"/>
                </a:highlight>
                <a:latin typeface="Aptos Narrow" panose="020B0004020202020204" pitchFamily="34" charset="0"/>
              </a:rPr>
              <a:t>Order_Items</a:t>
            </a:r>
            <a:r>
              <a:rPr lang="en-US" sz="1600" dirty="0">
                <a:highlight>
                  <a:srgbClr val="FCFBF6"/>
                </a:highlight>
                <a:latin typeface="Aptos Narrow" panose="020B0004020202020204" pitchFamily="34" charset="0"/>
              </a:rPr>
              <a:t>);    → Inner query gets all ordered book IDs, outer query returns books that never appear in any order</a:t>
            </a:r>
          </a:p>
          <a:p>
            <a:endParaRPr lang="en-US" sz="1600" dirty="0">
              <a:highlight>
                <a:srgbClr val="FCFBF6"/>
              </a:highlight>
              <a:latin typeface="Aptos Narrow" panose="020B0004020202020204" pitchFamily="34" charset="0"/>
            </a:endParaRPr>
          </a:p>
          <a:p>
            <a:r>
              <a:rPr lang="en-US" sz="1600" b="1" u="sng" dirty="0">
                <a:latin typeface="Aptos Narrow" panose="020B0004020202020204" pitchFamily="34" charset="0"/>
              </a:rPr>
              <a:t>Authors who wrote Mythology books</a:t>
            </a:r>
          </a:p>
          <a:p>
            <a:r>
              <a:rPr lang="en-US" sz="1600" dirty="0">
                <a:latin typeface="Aptos Narrow" panose="020B0004020202020204" pitchFamily="34" charset="0"/>
              </a:rPr>
              <a:t> SELECT </a:t>
            </a:r>
            <a:r>
              <a:rPr lang="en-US" sz="1600" dirty="0" err="1">
                <a:latin typeface="Aptos Narrow" panose="020B0004020202020204" pitchFamily="34" charset="0"/>
              </a:rPr>
              <a:t>first_name</a:t>
            </a:r>
            <a:r>
              <a:rPr lang="en-US" sz="1600" dirty="0">
                <a:latin typeface="Aptos Narrow" panose="020B0004020202020204" pitchFamily="34" charset="0"/>
              </a:rPr>
              <a:t> FROM Authors WHERE </a:t>
            </a:r>
            <a:r>
              <a:rPr lang="en-US" sz="1600" dirty="0" err="1">
                <a:latin typeface="Aptos Narrow" panose="020B0004020202020204" pitchFamily="34" charset="0"/>
              </a:rPr>
              <a:t>author_id</a:t>
            </a:r>
            <a:r>
              <a:rPr lang="en-US" sz="1600" dirty="0">
                <a:latin typeface="Aptos Narrow" panose="020B0004020202020204" pitchFamily="34" charset="0"/>
              </a:rPr>
              <a:t> IN </a:t>
            </a:r>
            <a:r>
              <a:rPr lang="en-US" sz="1600" dirty="0">
                <a:highlight>
                  <a:srgbClr val="FFEFEF"/>
                </a:highlight>
                <a:latin typeface="Aptos Narrow" panose="020B0004020202020204" pitchFamily="34" charset="0"/>
              </a:rPr>
              <a:t>(SELECT </a:t>
            </a:r>
            <a:r>
              <a:rPr lang="en-US" sz="1600" dirty="0" err="1">
                <a:highlight>
                  <a:srgbClr val="FFEFEF"/>
                </a:highlight>
                <a:latin typeface="Aptos Narrow" panose="020B0004020202020204" pitchFamily="34" charset="0"/>
              </a:rPr>
              <a:t>author_id</a:t>
            </a:r>
            <a:r>
              <a:rPr lang="en-US" sz="1600" dirty="0">
                <a:highlight>
                  <a:srgbClr val="FFEFEF"/>
                </a:highlight>
                <a:latin typeface="Aptos Narrow" panose="020B0004020202020204" pitchFamily="34" charset="0"/>
              </a:rPr>
              <a:t> FROM Books WHERE </a:t>
            </a:r>
            <a:r>
              <a:rPr lang="en-US" sz="1600" dirty="0" err="1">
                <a:highlight>
                  <a:srgbClr val="FFEFEF"/>
                </a:highlight>
                <a:latin typeface="Aptos Narrow" panose="020B0004020202020204" pitchFamily="34" charset="0"/>
              </a:rPr>
              <a:t>category_id</a:t>
            </a:r>
            <a:r>
              <a:rPr lang="en-US" sz="1600" dirty="0">
                <a:highlight>
                  <a:srgbClr val="FFEFEF"/>
                </a:highlight>
                <a:latin typeface="Aptos Narrow" panose="020B0004020202020204" pitchFamily="34" charset="0"/>
              </a:rPr>
              <a:t> IN (SELECT </a:t>
            </a:r>
            <a:r>
              <a:rPr lang="en-US" sz="1600" dirty="0" err="1">
                <a:highlight>
                  <a:srgbClr val="FFEFEF"/>
                </a:highlight>
                <a:latin typeface="Aptos Narrow" panose="020B0004020202020204" pitchFamily="34" charset="0"/>
              </a:rPr>
              <a:t>category_id</a:t>
            </a:r>
            <a:r>
              <a:rPr lang="en-US" sz="1600" dirty="0">
                <a:highlight>
                  <a:srgbClr val="FFEFEF"/>
                </a:highlight>
                <a:latin typeface="Aptos Narrow" panose="020B0004020202020204" pitchFamily="34" charset="0"/>
              </a:rPr>
              <a:t> FROM Categories WHERE </a:t>
            </a:r>
            <a:r>
              <a:rPr lang="en-US" sz="1600" dirty="0" err="1">
                <a:highlight>
                  <a:srgbClr val="FFEFEF"/>
                </a:highlight>
                <a:latin typeface="Aptos Narrow" panose="020B0004020202020204" pitchFamily="34" charset="0"/>
              </a:rPr>
              <a:t>category_name</a:t>
            </a:r>
            <a:r>
              <a:rPr lang="en-US" sz="1600" dirty="0">
                <a:highlight>
                  <a:srgbClr val="FFEFEF"/>
                </a:highlight>
                <a:latin typeface="Aptos Narrow" panose="020B0004020202020204" pitchFamily="34" charset="0"/>
              </a:rPr>
              <a:t> = 'Mythology'));      </a:t>
            </a:r>
            <a:r>
              <a:rPr lang="en-US" sz="1600" dirty="0">
                <a:highlight>
                  <a:srgbClr val="FCFBF6"/>
                </a:highlight>
                <a:latin typeface="Aptos Narrow" panose="020B0004020202020204" pitchFamily="34" charset="0"/>
              </a:rPr>
              <a:t>→ Nested subqueries find the Mythology category, then matching books, then returns those authors</a:t>
            </a:r>
          </a:p>
          <a:p>
            <a:endParaRPr lang="en-IN" sz="1600" dirty="0"/>
          </a:p>
        </p:txBody>
      </p:sp>
    </p:spTree>
    <p:extLst>
      <p:ext uri="{BB962C8B-B14F-4D97-AF65-F5344CB8AC3E}">
        <p14:creationId xmlns:p14="http://schemas.microsoft.com/office/powerpoint/2010/main" val="2549995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2B58EC2-8977-0F9F-46D5-EAAB6BC75FDC}"/>
              </a:ext>
            </a:extLst>
          </p:cNvPr>
          <p:cNvSpPr>
            <a:spLocks noGrp="1"/>
          </p:cNvSpPr>
          <p:nvPr>
            <p:ph type="sldNum" sz="quarter" idx="10"/>
          </p:nvPr>
        </p:nvSpPr>
        <p:spPr/>
        <p:txBody>
          <a:bodyPr/>
          <a:lstStyle/>
          <a:p>
            <a:fld id="{48F63A3B-78C7-47BE-AE5E-E10140E04643}" type="slidenum">
              <a:rPr lang="en-US" smtClean="0"/>
              <a:pPr/>
              <a:t>17</a:t>
            </a:fld>
            <a:endParaRPr lang="en-US" dirty="0"/>
          </a:p>
        </p:txBody>
      </p:sp>
      <p:sp>
        <p:nvSpPr>
          <p:cNvPr id="6" name="TextBox 5">
            <a:extLst>
              <a:ext uri="{FF2B5EF4-FFF2-40B4-BE49-F238E27FC236}">
                <a16:creationId xmlns:a16="http://schemas.microsoft.com/office/drawing/2014/main" id="{CC9D3608-F0A7-87B2-DC8A-DF83800E3CD5}"/>
              </a:ext>
            </a:extLst>
          </p:cNvPr>
          <p:cNvSpPr txBox="1"/>
          <p:nvPr/>
        </p:nvSpPr>
        <p:spPr>
          <a:xfrm>
            <a:off x="1371600" y="908366"/>
            <a:ext cx="10424160" cy="4524315"/>
          </a:xfrm>
          <a:prstGeom prst="rect">
            <a:avLst/>
          </a:prstGeom>
          <a:noFill/>
        </p:spPr>
        <p:txBody>
          <a:bodyPr wrap="square" rtlCol="0">
            <a:spAutoFit/>
          </a:bodyPr>
          <a:lstStyle/>
          <a:p>
            <a:r>
              <a:rPr lang="en-US" sz="1600" b="1" dirty="0">
                <a:highlight>
                  <a:srgbClr val="FFFF00"/>
                </a:highlight>
                <a:latin typeface="Aptos Narrow" panose="020B0004020202020204" pitchFamily="34" charset="0"/>
              </a:rPr>
              <a:t>Correlated Subquery</a:t>
            </a:r>
            <a:r>
              <a:rPr lang="en-US" sz="1600" dirty="0">
                <a:highlight>
                  <a:srgbClr val="FFFF00"/>
                </a:highlight>
                <a:latin typeface="Aptos Narrow" panose="020B0004020202020204" pitchFamily="34" charset="0"/>
              </a:rPr>
              <a:t> A subquery that runs once for every row of the outer query. It refers to a column from the outer query, so it cannot run independently.</a:t>
            </a:r>
          </a:p>
          <a:p>
            <a:br>
              <a:rPr lang="en-US" sz="1600" dirty="0">
                <a:latin typeface="Aptos Narrow" panose="020B0004020202020204" pitchFamily="34" charset="0"/>
              </a:rPr>
            </a:br>
            <a:r>
              <a:rPr lang="en-US" sz="1600" b="1" u="sng" dirty="0">
                <a:latin typeface="Aptos Narrow" panose="020B0004020202020204" pitchFamily="34" charset="0"/>
              </a:rPr>
              <a:t>Books priced above their own category average</a:t>
            </a:r>
          </a:p>
          <a:p>
            <a:r>
              <a:rPr lang="en-US" sz="1600" dirty="0">
                <a:latin typeface="Aptos Narrow" panose="020B0004020202020204" pitchFamily="34" charset="0"/>
              </a:rPr>
              <a:t> SELECT </a:t>
            </a:r>
            <a:r>
              <a:rPr lang="en-US" sz="1600" dirty="0" err="1">
                <a:latin typeface="Aptos Narrow" panose="020B0004020202020204" pitchFamily="34" charset="0"/>
              </a:rPr>
              <a:t>b.title</a:t>
            </a:r>
            <a:r>
              <a:rPr lang="en-US" sz="1600" dirty="0">
                <a:latin typeface="Aptos Narrow" panose="020B0004020202020204" pitchFamily="34" charset="0"/>
              </a:rPr>
              <a:t>, </a:t>
            </a:r>
            <a:r>
              <a:rPr lang="en-US" sz="1600" dirty="0" err="1">
                <a:latin typeface="Aptos Narrow" panose="020B0004020202020204" pitchFamily="34" charset="0"/>
              </a:rPr>
              <a:t>b.price</a:t>
            </a:r>
            <a:r>
              <a:rPr lang="en-US" sz="1600" dirty="0">
                <a:latin typeface="Aptos Narrow" panose="020B0004020202020204" pitchFamily="34" charset="0"/>
              </a:rPr>
              <a:t> FROM Books b WHERE </a:t>
            </a:r>
            <a:r>
              <a:rPr lang="en-US" sz="1600" dirty="0" err="1">
                <a:latin typeface="Aptos Narrow" panose="020B0004020202020204" pitchFamily="34" charset="0"/>
              </a:rPr>
              <a:t>b.price</a:t>
            </a:r>
            <a:r>
              <a:rPr lang="en-US" sz="1600" dirty="0">
                <a:latin typeface="Aptos Narrow" panose="020B0004020202020204" pitchFamily="34" charset="0"/>
              </a:rPr>
              <a:t> &gt; (SELECT AVG(price) FROM Books WHERE </a:t>
            </a:r>
            <a:r>
              <a:rPr lang="en-US" sz="1600" dirty="0" err="1">
                <a:latin typeface="Aptos Narrow" panose="020B0004020202020204" pitchFamily="34" charset="0"/>
              </a:rPr>
              <a:t>category_id</a:t>
            </a:r>
            <a:r>
              <a:rPr lang="en-US" sz="1600" dirty="0">
                <a:latin typeface="Aptos Narrow" panose="020B0004020202020204" pitchFamily="34" charset="0"/>
              </a:rPr>
              <a:t> = </a:t>
            </a:r>
            <a:r>
              <a:rPr lang="en-US" sz="1600" dirty="0" err="1">
                <a:latin typeface="Aptos Narrow" panose="020B0004020202020204" pitchFamily="34" charset="0"/>
              </a:rPr>
              <a:t>b.category_id</a:t>
            </a:r>
            <a:r>
              <a:rPr lang="en-US" sz="1600" dirty="0">
                <a:latin typeface="Aptos Narrow" panose="020B0004020202020204" pitchFamily="34" charset="0"/>
              </a:rPr>
              <a:t>);                             → </a:t>
            </a:r>
            <a:r>
              <a:rPr lang="en-US" sz="1600" dirty="0">
                <a:highlight>
                  <a:srgbClr val="FFEFEF"/>
                </a:highlight>
                <a:latin typeface="Aptos Narrow" panose="020B0004020202020204" pitchFamily="34" charset="0"/>
              </a:rPr>
              <a:t>For each book, the inner query calculates the average price of only that book's category and compares</a:t>
            </a:r>
          </a:p>
          <a:p>
            <a:br>
              <a:rPr lang="en-US" sz="1600" dirty="0">
                <a:latin typeface="Aptos Narrow" panose="020B0004020202020204" pitchFamily="34" charset="0"/>
              </a:rPr>
            </a:br>
            <a:r>
              <a:rPr lang="en-US" sz="1600" b="1" u="sng" dirty="0">
                <a:latin typeface="Aptos Narrow" panose="020B0004020202020204" pitchFamily="34" charset="0"/>
              </a:rPr>
              <a:t>Books that sold more than average quantity</a:t>
            </a:r>
            <a:r>
              <a:rPr lang="en-US" sz="1600" u="sng" dirty="0">
                <a:latin typeface="Aptos Narrow" panose="020B0004020202020204" pitchFamily="34" charset="0"/>
              </a:rPr>
              <a:t> </a:t>
            </a:r>
          </a:p>
          <a:p>
            <a:r>
              <a:rPr lang="en-US" sz="1600" dirty="0">
                <a:latin typeface="Aptos Narrow" panose="020B0004020202020204" pitchFamily="34" charset="0"/>
              </a:rPr>
              <a:t>SELECT </a:t>
            </a:r>
            <a:r>
              <a:rPr lang="en-US" sz="1600" dirty="0" err="1">
                <a:latin typeface="Aptos Narrow" panose="020B0004020202020204" pitchFamily="34" charset="0"/>
              </a:rPr>
              <a:t>b.title</a:t>
            </a:r>
            <a:r>
              <a:rPr lang="en-US" sz="1600" dirty="0">
                <a:latin typeface="Aptos Narrow" panose="020B0004020202020204" pitchFamily="34" charset="0"/>
              </a:rPr>
              <a:t> FROM Books b WHERE (SELECT SUM(</a:t>
            </a:r>
            <a:r>
              <a:rPr lang="en-US" sz="1600" dirty="0" err="1">
                <a:latin typeface="Aptos Narrow" panose="020B0004020202020204" pitchFamily="34" charset="0"/>
              </a:rPr>
              <a:t>oi.quantity</a:t>
            </a:r>
            <a:r>
              <a:rPr lang="en-US" sz="1600" dirty="0">
                <a:latin typeface="Aptos Narrow" panose="020B0004020202020204" pitchFamily="34" charset="0"/>
              </a:rPr>
              <a:t>) FROM </a:t>
            </a:r>
            <a:r>
              <a:rPr lang="en-US" sz="1600" dirty="0" err="1">
                <a:latin typeface="Aptos Narrow" panose="020B0004020202020204" pitchFamily="34" charset="0"/>
              </a:rPr>
              <a:t>Order_Items</a:t>
            </a:r>
            <a:r>
              <a:rPr lang="en-US" sz="1600" dirty="0">
                <a:latin typeface="Aptos Narrow" panose="020B0004020202020204" pitchFamily="34" charset="0"/>
              </a:rPr>
              <a:t> oi WHERE </a:t>
            </a:r>
            <a:r>
              <a:rPr lang="en-US" sz="1600" dirty="0" err="1">
                <a:latin typeface="Aptos Narrow" panose="020B0004020202020204" pitchFamily="34" charset="0"/>
              </a:rPr>
              <a:t>oi.book_id</a:t>
            </a:r>
            <a:r>
              <a:rPr lang="en-US" sz="1600" dirty="0">
                <a:latin typeface="Aptos Narrow" panose="020B0004020202020204" pitchFamily="34" charset="0"/>
              </a:rPr>
              <a:t> = </a:t>
            </a:r>
            <a:r>
              <a:rPr lang="en-US" sz="1600" dirty="0" err="1">
                <a:latin typeface="Aptos Narrow" panose="020B0004020202020204" pitchFamily="34" charset="0"/>
              </a:rPr>
              <a:t>b.book_id</a:t>
            </a:r>
            <a:r>
              <a:rPr lang="en-US" sz="1600" dirty="0">
                <a:latin typeface="Aptos Narrow" panose="020B0004020202020204" pitchFamily="34" charset="0"/>
              </a:rPr>
              <a:t>) &gt; (SELECT AVG(quantity) FROM </a:t>
            </a:r>
            <a:r>
              <a:rPr lang="en-US" sz="1600" dirty="0" err="1">
                <a:latin typeface="Aptos Narrow" panose="020B0004020202020204" pitchFamily="34" charset="0"/>
              </a:rPr>
              <a:t>Order_Items</a:t>
            </a:r>
            <a:r>
              <a:rPr lang="en-US" sz="1600" dirty="0">
                <a:highlight>
                  <a:srgbClr val="FFEFEF"/>
                </a:highlight>
                <a:latin typeface="Aptos Narrow" panose="020B0004020202020204" pitchFamily="34" charset="0"/>
              </a:rPr>
              <a:t>);               → For each book, total quantity sold is compared against the overall average quantity per order item</a:t>
            </a:r>
          </a:p>
          <a:p>
            <a:br>
              <a:rPr lang="en-US" sz="1600" u="sng" dirty="0">
                <a:latin typeface="Aptos Narrow" panose="020B0004020202020204" pitchFamily="34" charset="0"/>
              </a:rPr>
            </a:br>
            <a:r>
              <a:rPr lang="en-US" sz="1600" b="1" u="sng" dirty="0">
                <a:latin typeface="Aptos Narrow" panose="020B0004020202020204" pitchFamily="34" charset="0"/>
              </a:rPr>
              <a:t>Authors whose books earned more than average author revenue</a:t>
            </a:r>
            <a:r>
              <a:rPr lang="en-US" sz="1600" u="sng" dirty="0">
                <a:latin typeface="Aptos Narrow" panose="020B0004020202020204" pitchFamily="34" charset="0"/>
              </a:rPr>
              <a:t> </a:t>
            </a:r>
          </a:p>
          <a:p>
            <a:r>
              <a:rPr lang="en-US" sz="1600" dirty="0">
                <a:latin typeface="Aptos Narrow" panose="020B0004020202020204" pitchFamily="34" charset="0"/>
              </a:rPr>
              <a:t>SELECT </a:t>
            </a:r>
            <a:r>
              <a:rPr lang="en-US" sz="1600" dirty="0" err="1">
                <a:latin typeface="Aptos Narrow" panose="020B0004020202020204" pitchFamily="34" charset="0"/>
              </a:rPr>
              <a:t>a.first_name</a:t>
            </a:r>
            <a:r>
              <a:rPr lang="en-US" sz="1600" dirty="0">
                <a:latin typeface="Aptos Narrow" panose="020B0004020202020204" pitchFamily="34" charset="0"/>
              </a:rPr>
              <a:t> FROM Authors a WHERE (SELECT SUM(</a:t>
            </a:r>
            <a:r>
              <a:rPr lang="en-US" sz="1600" dirty="0" err="1">
                <a:latin typeface="Aptos Narrow" panose="020B0004020202020204" pitchFamily="34" charset="0"/>
              </a:rPr>
              <a:t>oi.quantity</a:t>
            </a:r>
            <a:r>
              <a:rPr lang="en-US" sz="1600" dirty="0">
                <a:latin typeface="Aptos Narrow" panose="020B0004020202020204" pitchFamily="34" charset="0"/>
              </a:rPr>
              <a:t> * </a:t>
            </a:r>
            <a:r>
              <a:rPr lang="en-US" sz="1600" dirty="0" err="1">
                <a:latin typeface="Aptos Narrow" panose="020B0004020202020204" pitchFamily="34" charset="0"/>
              </a:rPr>
              <a:t>oi.unit_price</a:t>
            </a:r>
            <a:r>
              <a:rPr lang="en-US" sz="1600" dirty="0">
                <a:latin typeface="Aptos Narrow" panose="020B0004020202020204" pitchFamily="34" charset="0"/>
              </a:rPr>
              <a:t>) FROM Books b JOIN </a:t>
            </a:r>
            <a:r>
              <a:rPr lang="en-US" sz="1600" dirty="0" err="1">
                <a:latin typeface="Aptos Narrow" panose="020B0004020202020204" pitchFamily="34" charset="0"/>
              </a:rPr>
              <a:t>Order_Items</a:t>
            </a:r>
            <a:r>
              <a:rPr lang="en-US" sz="1600" dirty="0">
                <a:latin typeface="Aptos Narrow" panose="020B0004020202020204" pitchFamily="34" charset="0"/>
              </a:rPr>
              <a:t> oi ON </a:t>
            </a:r>
            <a:r>
              <a:rPr lang="en-US" sz="1600" dirty="0" err="1">
                <a:latin typeface="Aptos Narrow" panose="020B0004020202020204" pitchFamily="34" charset="0"/>
              </a:rPr>
              <a:t>b.book_id</a:t>
            </a:r>
            <a:r>
              <a:rPr lang="en-US" sz="1600" dirty="0">
                <a:latin typeface="Aptos Narrow" panose="020B0004020202020204" pitchFamily="34" charset="0"/>
              </a:rPr>
              <a:t> = </a:t>
            </a:r>
            <a:r>
              <a:rPr lang="en-US" sz="1600" dirty="0" err="1">
                <a:latin typeface="Aptos Narrow" panose="020B0004020202020204" pitchFamily="34" charset="0"/>
              </a:rPr>
              <a:t>oi.book_id</a:t>
            </a:r>
            <a:r>
              <a:rPr lang="en-US" sz="1600" dirty="0">
                <a:latin typeface="Aptos Narrow" panose="020B0004020202020204" pitchFamily="34" charset="0"/>
              </a:rPr>
              <a:t> WHERE </a:t>
            </a:r>
            <a:r>
              <a:rPr lang="en-US" sz="1600" dirty="0" err="1">
                <a:latin typeface="Aptos Narrow" panose="020B0004020202020204" pitchFamily="34" charset="0"/>
              </a:rPr>
              <a:t>b.author_id</a:t>
            </a:r>
            <a:r>
              <a:rPr lang="en-US" sz="1600" dirty="0">
                <a:latin typeface="Aptos Narrow" panose="020B0004020202020204" pitchFamily="34" charset="0"/>
              </a:rPr>
              <a:t> = </a:t>
            </a:r>
            <a:r>
              <a:rPr lang="en-US" sz="1600" dirty="0" err="1">
                <a:latin typeface="Aptos Narrow" panose="020B0004020202020204" pitchFamily="34" charset="0"/>
              </a:rPr>
              <a:t>a.author_id</a:t>
            </a:r>
            <a:r>
              <a:rPr lang="en-US" sz="1600" dirty="0">
                <a:latin typeface="Aptos Narrow" panose="020B0004020202020204" pitchFamily="34" charset="0"/>
              </a:rPr>
              <a:t>) &gt; (SELECT AVG(</a:t>
            </a:r>
            <a:r>
              <a:rPr lang="en-US" sz="1600" dirty="0" err="1">
                <a:latin typeface="Aptos Narrow" panose="020B0004020202020204" pitchFamily="34" charset="0"/>
              </a:rPr>
              <a:t>author_revenue</a:t>
            </a:r>
            <a:r>
              <a:rPr lang="en-US" sz="1600" dirty="0">
                <a:latin typeface="Aptos Narrow" panose="020B0004020202020204" pitchFamily="34" charset="0"/>
              </a:rPr>
              <a:t>) FROM (SELECT SUM(</a:t>
            </a:r>
            <a:r>
              <a:rPr lang="en-US" sz="1600" dirty="0" err="1">
                <a:latin typeface="Aptos Narrow" panose="020B0004020202020204" pitchFamily="34" charset="0"/>
              </a:rPr>
              <a:t>oi.quantity</a:t>
            </a:r>
            <a:r>
              <a:rPr lang="en-US" sz="1600" dirty="0">
                <a:latin typeface="Aptos Narrow" panose="020B0004020202020204" pitchFamily="34" charset="0"/>
              </a:rPr>
              <a:t> * </a:t>
            </a:r>
            <a:r>
              <a:rPr lang="en-US" sz="1600" dirty="0" err="1">
                <a:latin typeface="Aptos Narrow" panose="020B0004020202020204" pitchFamily="34" charset="0"/>
              </a:rPr>
              <a:t>oi.unit_price</a:t>
            </a:r>
            <a:r>
              <a:rPr lang="en-US" sz="1600" dirty="0">
                <a:latin typeface="Aptos Narrow" panose="020B0004020202020204" pitchFamily="34" charset="0"/>
              </a:rPr>
              <a:t>) AS </a:t>
            </a:r>
            <a:r>
              <a:rPr lang="en-US" sz="1600" dirty="0" err="1">
                <a:latin typeface="Aptos Narrow" panose="020B0004020202020204" pitchFamily="34" charset="0"/>
              </a:rPr>
              <a:t>author_revenue</a:t>
            </a:r>
            <a:r>
              <a:rPr lang="en-US" sz="1600" dirty="0">
                <a:latin typeface="Aptos Narrow" panose="020B0004020202020204" pitchFamily="34" charset="0"/>
              </a:rPr>
              <a:t> FROM Books b JOIN </a:t>
            </a:r>
            <a:r>
              <a:rPr lang="en-US" sz="1600" dirty="0" err="1">
                <a:latin typeface="Aptos Narrow" panose="020B0004020202020204" pitchFamily="34" charset="0"/>
              </a:rPr>
              <a:t>Order_Items</a:t>
            </a:r>
            <a:r>
              <a:rPr lang="en-US" sz="1600" dirty="0">
                <a:latin typeface="Aptos Narrow" panose="020B0004020202020204" pitchFamily="34" charset="0"/>
              </a:rPr>
              <a:t> oi ON </a:t>
            </a:r>
            <a:r>
              <a:rPr lang="en-US" sz="1600" dirty="0" err="1">
                <a:latin typeface="Aptos Narrow" panose="020B0004020202020204" pitchFamily="34" charset="0"/>
              </a:rPr>
              <a:t>b.book_id</a:t>
            </a:r>
            <a:r>
              <a:rPr lang="en-US" sz="1600" dirty="0">
                <a:latin typeface="Aptos Narrow" panose="020B0004020202020204" pitchFamily="34" charset="0"/>
              </a:rPr>
              <a:t> = </a:t>
            </a:r>
            <a:r>
              <a:rPr lang="en-US" sz="1600" dirty="0" err="1">
                <a:latin typeface="Aptos Narrow" panose="020B0004020202020204" pitchFamily="34" charset="0"/>
              </a:rPr>
              <a:t>oi.book_id</a:t>
            </a:r>
            <a:r>
              <a:rPr lang="en-US" sz="1600" dirty="0">
                <a:latin typeface="Aptos Narrow" panose="020B0004020202020204" pitchFamily="34" charset="0"/>
              </a:rPr>
              <a:t> GROUP BY </a:t>
            </a:r>
            <a:r>
              <a:rPr lang="en-US" sz="1600" dirty="0" err="1">
                <a:latin typeface="Aptos Narrow" panose="020B0004020202020204" pitchFamily="34" charset="0"/>
              </a:rPr>
              <a:t>b.author_id</a:t>
            </a:r>
            <a:r>
              <a:rPr lang="en-US" sz="1600" dirty="0">
                <a:latin typeface="Aptos Narrow" panose="020B0004020202020204" pitchFamily="34" charset="0"/>
              </a:rPr>
              <a:t>) AS temp);                     </a:t>
            </a:r>
            <a:r>
              <a:rPr lang="en-US" sz="1600" dirty="0">
                <a:highlight>
                  <a:srgbClr val="FFEFEF"/>
                </a:highlight>
                <a:latin typeface="Aptos Narrow" panose="020B0004020202020204" pitchFamily="34" charset="0"/>
              </a:rPr>
              <a:t>→ For each author, their total revenue is compared against the average revenue across all authors</a:t>
            </a:r>
          </a:p>
          <a:p>
            <a:endParaRPr lang="en-IN" sz="1600" dirty="0">
              <a:latin typeface="Aptos Narrow" panose="020B0004020202020204" pitchFamily="34" charset="0"/>
            </a:endParaRPr>
          </a:p>
        </p:txBody>
      </p:sp>
    </p:spTree>
    <p:extLst>
      <p:ext uri="{BB962C8B-B14F-4D97-AF65-F5344CB8AC3E}">
        <p14:creationId xmlns:p14="http://schemas.microsoft.com/office/powerpoint/2010/main" val="3790660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1097608" y="-98191"/>
            <a:ext cx="10521459" cy="545230"/>
          </a:xfrm>
        </p:spPr>
        <p:txBody>
          <a:bodyPr/>
          <a:lstStyle/>
          <a:p>
            <a:r>
              <a:rPr lang="en-US" sz="2800" dirty="0"/>
              <a:t>modify and manage data using </a:t>
            </a:r>
            <a:r>
              <a:rPr lang="en-US" sz="2800" dirty="0" err="1"/>
              <a:t>dml</a:t>
            </a:r>
            <a:endParaRPr lang="en-US" sz="2800" dirty="0"/>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18</a:t>
            </a:fld>
            <a:endParaRPr lang="en-US" dirty="0"/>
          </a:p>
        </p:txBody>
      </p:sp>
      <p:sp>
        <p:nvSpPr>
          <p:cNvPr id="4" name="TextBox 3">
            <a:extLst>
              <a:ext uri="{FF2B5EF4-FFF2-40B4-BE49-F238E27FC236}">
                <a16:creationId xmlns:a16="http://schemas.microsoft.com/office/drawing/2014/main" id="{1E98E371-16B9-E901-FBBC-A8AB984F1F02}"/>
              </a:ext>
            </a:extLst>
          </p:cNvPr>
          <p:cNvSpPr txBox="1"/>
          <p:nvPr/>
        </p:nvSpPr>
        <p:spPr>
          <a:xfrm>
            <a:off x="1001867" y="692943"/>
            <a:ext cx="5185573" cy="6555641"/>
          </a:xfrm>
          <a:prstGeom prst="rect">
            <a:avLst/>
          </a:prstGeom>
          <a:noFill/>
        </p:spPr>
        <p:txBody>
          <a:bodyPr wrap="square" rtlCol="0">
            <a:spAutoFit/>
          </a:bodyPr>
          <a:lstStyle/>
          <a:p>
            <a:r>
              <a:rPr lang="en-US" sz="1600" b="1" dirty="0">
                <a:highlight>
                  <a:srgbClr val="F5CDCE"/>
                </a:highlight>
                <a:latin typeface="Aptos Narrow" panose="020B0004020202020204" pitchFamily="34" charset="0"/>
              </a:rPr>
              <a:t>INSERT Query</a:t>
            </a:r>
            <a:r>
              <a:rPr lang="en-US" sz="1600" dirty="0">
                <a:highlight>
                  <a:srgbClr val="F5CDCE"/>
                </a:highlight>
                <a:latin typeface="Aptos Narrow" panose="020B0004020202020204" pitchFamily="34" charset="0"/>
              </a:rPr>
              <a:t> Used to add new records into a table. Values must match the column order and data types defined in the table.</a:t>
            </a:r>
          </a:p>
          <a:p>
            <a:endParaRPr lang="en-US" sz="1600" u="sng" dirty="0">
              <a:latin typeface="Aptos Narrow" panose="020B0004020202020204" pitchFamily="34" charset="0"/>
            </a:endParaRPr>
          </a:p>
          <a:p>
            <a:r>
              <a:rPr lang="en-US" sz="1400" b="1" u="sng" dirty="0">
                <a:latin typeface="Aptos Narrow" panose="020B0004020202020204" pitchFamily="34" charset="0"/>
              </a:rPr>
              <a:t>Insert a new book</a:t>
            </a:r>
            <a:r>
              <a:rPr lang="en-US" sz="1400" u="sng" dirty="0">
                <a:latin typeface="Aptos Narrow" panose="020B0004020202020204" pitchFamily="34" charset="0"/>
              </a:rPr>
              <a:t> </a:t>
            </a:r>
          </a:p>
          <a:p>
            <a:r>
              <a:rPr lang="en-US" sz="1400" dirty="0">
                <a:latin typeface="Aptos Narrow" panose="020B0004020202020204" pitchFamily="34" charset="0"/>
              </a:rPr>
              <a:t>INSERT INTO Books (title, </a:t>
            </a:r>
            <a:r>
              <a:rPr lang="en-US" sz="1400" dirty="0" err="1">
                <a:latin typeface="Aptos Narrow" panose="020B0004020202020204" pitchFamily="34" charset="0"/>
              </a:rPr>
              <a:t>author_id</a:t>
            </a:r>
            <a:r>
              <a:rPr lang="en-US" sz="1400" dirty="0">
                <a:latin typeface="Aptos Narrow" panose="020B0004020202020204" pitchFamily="34" charset="0"/>
              </a:rPr>
              <a:t>, </a:t>
            </a:r>
            <a:r>
              <a:rPr lang="en-US" sz="1400" dirty="0" err="1">
                <a:latin typeface="Aptos Narrow" panose="020B0004020202020204" pitchFamily="34" charset="0"/>
              </a:rPr>
              <a:t>category_id</a:t>
            </a:r>
            <a:r>
              <a:rPr lang="en-US" sz="1400" dirty="0">
                <a:latin typeface="Aptos Narrow" panose="020B0004020202020204" pitchFamily="34" charset="0"/>
              </a:rPr>
              <a:t>, </a:t>
            </a:r>
            <a:r>
              <a:rPr lang="en-US" sz="1400" dirty="0" err="1">
                <a:latin typeface="Aptos Narrow" panose="020B0004020202020204" pitchFamily="34" charset="0"/>
              </a:rPr>
              <a:t>publisher_id</a:t>
            </a:r>
            <a:r>
              <a:rPr lang="en-US" sz="1400" dirty="0">
                <a:latin typeface="Aptos Narrow" panose="020B0004020202020204" pitchFamily="34" charset="0"/>
              </a:rPr>
              <a:t>, price, </a:t>
            </a:r>
            <a:r>
              <a:rPr lang="en-US" sz="1400" dirty="0" err="1">
                <a:latin typeface="Aptos Narrow" panose="020B0004020202020204" pitchFamily="34" charset="0"/>
              </a:rPr>
              <a:t>stock_quantity</a:t>
            </a:r>
            <a:r>
              <a:rPr lang="en-US" sz="1400" dirty="0">
                <a:latin typeface="Aptos Narrow" panose="020B0004020202020204" pitchFamily="34" charset="0"/>
              </a:rPr>
              <a:t>, </a:t>
            </a:r>
            <a:r>
              <a:rPr lang="en-US" sz="1400" dirty="0" err="1">
                <a:latin typeface="Aptos Narrow" panose="020B0004020202020204" pitchFamily="34" charset="0"/>
              </a:rPr>
              <a:t>published_date</a:t>
            </a:r>
            <a:r>
              <a:rPr lang="en-US" sz="1400" dirty="0">
                <a:latin typeface="Aptos Narrow" panose="020B0004020202020204" pitchFamily="34" charset="0"/>
              </a:rPr>
              <a:t>, </a:t>
            </a:r>
            <a:r>
              <a:rPr lang="en-US" sz="1400" dirty="0" err="1">
                <a:latin typeface="Aptos Narrow" panose="020B0004020202020204" pitchFamily="34" charset="0"/>
              </a:rPr>
              <a:t>isbn</a:t>
            </a:r>
            <a:r>
              <a:rPr lang="en-US" sz="1400" dirty="0">
                <a:latin typeface="Aptos Narrow" panose="020B0004020202020204" pitchFamily="34" charset="0"/>
              </a:rPr>
              <a:t>, language, pages) VALUES ('Learning SQL Basics', 21, 11, 11, 399.00, 25, '2023-01-01', '9781234567890', 'English', 320); </a:t>
            </a:r>
          </a:p>
          <a:p>
            <a:r>
              <a:rPr lang="en-US" sz="1400" dirty="0">
                <a:latin typeface="Aptos Narrow" panose="020B0004020202020204" pitchFamily="34" charset="0"/>
              </a:rPr>
              <a:t>→ Adds a new book called 'Learning SQL Basics' with all its details into the Books table</a:t>
            </a:r>
          </a:p>
          <a:p>
            <a:endParaRPr lang="en-US" sz="1400" u="sng" dirty="0">
              <a:latin typeface="Aptos Narrow" panose="020B0004020202020204" pitchFamily="34" charset="0"/>
            </a:endParaRPr>
          </a:p>
          <a:p>
            <a:r>
              <a:rPr lang="en-US" sz="1400" b="1" u="sng" dirty="0">
                <a:latin typeface="Aptos Narrow" panose="020B0004020202020204" pitchFamily="34" charset="0"/>
              </a:rPr>
              <a:t>Insert a new order</a:t>
            </a:r>
          </a:p>
          <a:p>
            <a:r>
              <a:rPr lang="en-US" sz="1400" dirty="0">
                <a:latin typeface="Aptos Narrow" panose="020B0004020202020204" pitchFamily="34" charset="0"/>
              </a:rPr>
              <a:t> INSERT INTO Orders (</a:t>
            </a:r>
            <a:r>
              <a:rPr lang="en-US" sz="1400" dirty="0" err="1">
                <a:latin typeface="Aptos Narrow" panose="020B0004020202020204" pitchFamily="34" charset="0"/>
              </a:rPr>
              <a:t>customer_id</a:t>
            </a:r>
            <a:r>
              <a:rPr lang="en-US" sz="1400" dirty="0">
                <a:latin typeface="Aptos Narrow" panose="020B0004020202020204" pitchFamily="34" charset="0"/>
              </a:rPr>
              <a:t>, </a:t>
            </a:r>
            <a:r>
              <a:rPr lang="en-US" sz="1400" dirty="0" err="1">
                <a:latin typeface="Aptos Narrow" panose="020B0004020202020204" pitchFamily="34" charset="0"/>
              </a:rPr>
              <a:t>total_amount</a:t>
            </a:r>
            <a:r>
              <a:rPr lang="en-US" sz="1400" dirty="0">
                <a:latin typeface="Aptos Narrow" panose="020B0004020202020204" pitchFamily="34" charset="0"/>
              </a:rPr>
              <a:t>, status, </a:t>
            </a:r>
            <a:r>
              <a:rPr lang="en-US" sz="1400" dirty="0" err="1">
                <a:latin typeface="Aptos Narrow" panose="020B0004020202020204" pitchFamily="34" charset="0"/>
              </a:rPr>
              <a:t>shipping_address</a:t>
            </a:r>
            <a:r>
              <a:rPr lang="en-US" sz="1400" dirty="0">
                <a:latin typeface="Aptos Narrow" panose="020B0004020202020204" pitchFamily="34" charset="0"/>
              </a:rPr>
              <a:t>) VALUES (31, 399.00, 'Pending', '12 Main Road, Nellore’);</a:t>
            </a:r>
          </a:p>
          <a:p>
            <a:r>
              <a:rPr lang="en-US" sz="1400" dirty="0">
                <a:latin typeface="Aptos Narrow" panose="020B0004020202020204" pitchFamily="34" charset="0"/>
              </a:rPr>
              <a:t> → Creates a new order for customer 31 with a Pending status</a:t>
            </a:r>
          </a:p>
          <a:p>
            <a:endParaRPr lang="en-US" sz="1400" dirty="0">
              <a:latin typeface="Aptos Narrow" panose="020B0004020202020204" pitchFamily="34" charset="0"/>
            </a:endParaRPr>
          </a:p>
          <a:p>
            <a:r>
              <a:rPr lang="en-US" sz="1600" b="1" u="sng" dirty="0">
                <a:latin typeface="Aptos Narrow" panose="020B0004020202020204" pitchFamily="34" charset="0"/>
              </a:rPr>
              <a:t>Insert multiple customers at once</a:t>
            </a:r>
          </a:p>
          <a:p>
            <a:r>
              <a:rPr lang="en-US" sz="1600" dirty="0">
                <a:latin typeface="Aptos Narrow" panose="020B0004020202020204" pitchFamily="34" charset="0"/>
              </a:rPr>
              <a:t> INSERT INTO Customers (</a:t>
            </a:r>
            <a:r>
              <a:rPr lang="en-US" sz="1600" dirty="0" err="1">
                <a:latin typeface="Aptos Narrow" panose="020B0004020202020204" pitchFamily="34" charset="0"/>
              </a:rPr>
              <a:t>first_name</a:t>
            </a:r>
            <a:r>
              <a:rPr lang="en-US" sz="1600" dirty="0">
                <a:latin typeface="Aptos Narrow" panose="020B0004020202020204" pitchFamily="34" charset="0"/>
              </a:rPr>
              <a:t>, </a:t>
            </a:r>
            <a:r>
              <a:rPr lang="en-US" sz="1600" dirty="0" err="1">
                <a:latin typeface="Aptos Narrow" panose="020B0004020202020204" pitchFamily="34" charset="0"/>
              </a:rPr>
              <a:t>last_name</a:t>
            </a:r>
            <a:r>
              <a:rPr lang="en-US" sz="1600" dirty="0">
                <a:latin typeface="Aptos Narrow" panose="020B0004020202020204" pitchFamily="34" charset="0"/>
              </a:rPr>
              <a:t>, email, phone, address, city, country) VALUES ('Kiran', 'Naidu', 'kiran.naidu@gmail.com', '9876540000', 'Street 1', 'Vizag', 'India'), ('Megha', 'Sharma', 'megha.sharma@gmail.com', '9876541111', 'Street 2', 'Delhi', 'India’); </a:t>
            </a:r>
          </a:p>
          <a:p>
            <a:r>
              <a:rPr lang="en-US" sz="1600" dirty="0">
                <a:latin typeface="Aptos Narrow" panose="020B0004020202020204" pitchFamily="34" charset="0"/>
              </a:rPr>
              <a:t>→ Inserts two customer records in a single INSERT statement</a:t>
            </a:r>
          </a:p>
          <a:p>
            <a:br>
              <a:rPr lang="en-US" sz="1600" dirty="0">
                <a:latin typeface="Aptos Narrow" panose="020B0004020202020204" pitchFamily="34" charset="0"/>
              </a:rPr>
            </a:br>
            <a:endParaRPr lang="en-US" sz="1600" dirty="0">
              <a:latin typeface="Aptos Narrow" panose="020B0004020202020204" pitchFamily="34" charset="0"/>
            </a:endParaRPr>
          </a:p>
          <a:p>
            <a:endParaRPr lang="en-IN" sz="1600" dirty="0">
              <a:latin typeface="Aptos Narrow" panose="020B0004020202020204" pitchFamily="34" charset="0"/>
            </a:endParaRPr>
          </a:p>
        </p:txBody>
      </p:sp>
      <p:sp>
        <p:nvSpPr>
          <p:cNvPr id="6" name="TextBox 5">
            <a:extLst>
              <a:ext uri="{FF2B5EF4-FFF2-40B4-BE49-F238E27FC236}">
                <a16:creationId xmlns:a16="http://schemas.microsoft.com/office/drawing/2014/main" id="{ABC1A2AE-A8C1-4F34-56AA-30A2FFAA1F61}"/>
              </a:ext>
            </a:extLst>
          </p:cNvPr>
          <p:cNvSpPr txBox="1"/>
          <p:nvPr/>
        </p:nvSpPr>
        <p:spPr>
          <a:xfrm>
            <a:off x="6725920" y="734427"/>
            <a:ext cx="4893147" cy="5786199"/>
          </a:xfrm>
          <a:prstGeom prst="rect">
            <a:avLst/>
          </a:prstGeom>
          <a:noFill/>
        </p:spPr>
        <p:txBody>
          <a:bodyPr wrap="square">
            <a:spAutoFit/>
          </a:bodyPr>
          <a:lstStyle/>
          <a:p>
            <a:r>
              <a:rPr lang="en-US" sz="1600" b="1" dirty="0">
                <a:highlight>
                  <a:srgbClr val="F5CDCE"/>
                </a:highlight>
                <a:latin typeface="Aptos Narrow" panose="020B0004020202020204" pitchFamily="34" charset="0"/>
              </a:rPr>
              <a:t>UPDATE Query</a:t>
            </a:r>
            <a:r>
              <a:rPr lang="en-US" sz="1600" dirty="0">
                <a:highlight>
                  <a:srgbClr val="F5CDCE"/>
                </a:highlight>
                <a:latin typeface="Aptos Narrow" panose="020B0004020202020204" pitchFamily="34" charset="0"/>
              </a:rPr>
              <a:t> Used to modify existing records in a table. Always use WHERE clause to avoid updating all rows accidentally.</a:t>
            </a:r>
          </a:p>
          <a:p>
            <a:endParaRPr lang="en-US" sz="1600" b="1" dirty="0">
              <a:latin typeface="Aptos Narrow" panose="020B0004020202020204" pitchFamily="34" charset="0"/>
            </a:endParaRPr>
          </a:p>
          <a:p>
            <a:r>
              <a:rPr lang="en-US" sz="1600" b="1" u="sng" dirty="0">
                <a:latin typeface="Aptos Narrow" panose="020B0004020202020204" pitchFamily="34" charset="0"/>
              </a:rPr>
              <a:t>Update book price</a:t>
            </a:r>
          </a:p>
          <a:p>
            <a:r>
              <a:rPr lang="en-US" sz="1600" dirty="0">
                <a:latin typeface="Aptos Narrow" panose="020B0004020202020204" pitchFamily="34" charset="0"/>
              </a:rPr>
              <a:t> UPDATE Books SET price = 450.00 WHERE </a:t>
            </a:r>
            <a:r>
              <a:rPr lang="en-US" sz="1600" dirty="0" err="1">
                <a:latin typeface="Aptos Narrow" panose="020B0004020202020204" pitchFamily="34" charset="0"/>
              </a:rPr>
              <a:t>book_id</a:t>
            </a:r>
            <a:r>
              <a:rPr lang="en-US" sz="1600" dirty="0">
                <a:latin typeface="Aptos Narrow" panose="020B0004020202020204" pitchFamily="34" charset="0"/>
              </a:rPr>
              <a:t> = 31;</a:t>
            </a:r>
          </a:p>
          <a:p>
            <a:r>
              <a:rPr lang="en-US" sz="1600" dirty="0">
                <a:latin typeface="Aptos Narrow" panose="020B0004020202020204" pitchFamily="34" charset="0"/>
              </a:rPr>
              <a:t> → Changes the price of book with ID 31 to ₹450</a:t>
            </a:r>
          </a:p>
          <a:p>
            <a:endParaRPr lang="en-US" sz="1600" dirty="0">
              <a:latin typeface="Aptos Narrow" panose="020B0004020202020204" pitchFamily="34" charset="0"/>
            </a:endParaRPr>
          </a:p>
          <a:p>
            <a:r>
              <a:rPr lang="en-US" sz="1600" b="1" u="sng" dirty="0">
                <a:latin typeface="Aptos Narrow" panose="020B0004020202020204" pitchFamily="34" charset="0"/>
              </a:rPr>
              <a:t>Give 10% discount to expensive books</a:t>
            </a:r>
            <a:r>
              <a:rPr lang="en-US" sz="1600" u="sng" dirty="0">
                <a:latin typeface="Aptos Narrow" panose="020B0004020202020204" pitchFamily="34" charset="0"/>
              </a:rPr>
              <a:t> </a:t>
            </a:r>
          </a:p>
          <a:p>
            <a:r>
              <a:rPr lang="en-US" sz="1600" dirty="0">
                <a:latin typeface="Aptos Narrow" panose="020B0004020202020204" pitchFamily="34" charset="0"/>
              </a:rPr>
              <a:t>UPDATE Books SET price = price * 0.9 WHERE price &gt; 500; → Reduces the price of all books above ₹500 by 10%</a:t>
            </a:r>
          </a:p>
          <a:p>
            <a:endParaRPr lang="en-US" sz="1600" dirty="0">
              <a:latin typeface="Aptos Narrow" panose="020B0004020202020204" pitchFamily="34" charset="0"/>
            </a:endParaRPr>
          </a:p>
          <a:p>
            <a:r>
              <a:rPr lang="en-US" sz="1600" b="1" u="sng" dirty="0">
                <a:latin typeface="Aptos Narrow" panose="020B0004020202020204" pitchFamily="34" charset="0"/>
              </a:rPr>
              <a:t>Update multiple columns at once</a:t>
            </a:r>
            <a:r>
              <a:rPr lang="en-US" sz="1600" u="sng" dirty="0">
                <a:latin typeface="Aptos Narrow" panose="020B0004020202020204" pitchFamily="34" charset="0"/>
              </a:rPr>
              <a:t> </a:t>
            </a:r>
          </a:p>
          <a:p>
            <a:r>
              <a:rPr lang="en-US" sz="1600" dirty="0">
                <a:latin typeface="Aptos Narrow" panose="020B0004020202020204" pitchFamily="34" charset="0"/>
              </a:rPr>
              <a:t>UPDATE Books SET price = 300.00, </a:t>
            </a:r>
            <a:r>
              <a:rPr lang="en-US" sz="1600" dirty="0" err="1">
                <a:latin typeface="Aptos Narrow" panose="020B0004020202020204" pitchFamily="34" charset="0"/>
              </a:rPr>
              <a:t>stock_quantity</a:t>
            </a:r>
            <a:r>
              <a:rPr lang="en-US" sz="1600" dirty="0">
                <a:latin typeface="Aptos Narrow" panose="020B0004020202020204" pitchFamily="34" charset="0"/>
              </a:rPr>
              <a:t> = 40 WHERE </a:t>
            </a:r>
            <a:r>
              <a:rPr lang="en-US" sz="1600" dirty="0" err="1">
                <a:latin typeface="Aptos Narrow" panose="020B0004020202020204" pitchFamily="34" charset="0"/>
              </a:rPr>
              <a:t>book_id</a:t>
            </a:r>
            <a:r>
              <a:rPr lang="en-US" sz="1600" dirty="0">
                <a:latin typeface="Aptos Narrow" panose="020B0004020202020204" pitchFamily="34" charset="0"/>
              </a:rPr>
              <a:t> = 2; </a:t>
            </a:r>
          </a:p>
          <a:p>
            <a:r>
              <a:rPr lang="en-US" sz="1600" dirty="0">
                <a:latin typeface="Aptos Narrow" panose="020B0004020202020204" pitchFamily="34" charset="0"/>
              </a:rPr>
              <a:t>→ Updates both the price and stock quantity of book ID 2 in a single query</a:t>
            </a:r>
          </a:p>
          <a:p>
            <a:endParaRPr lang="en-US" sz="1600" dirty="0">
              <a:latin typeface="Aptos Narrow" panose="020B0004020202020204" pitchFamily="34" charset="0"/>
            </a:endParaRPr>
          </a:p>
          <a:p>
            <a:r>
              <a:rPr lang="en-US" sz="1600" b="1" u="sng" dirty="0">
                <a:latin typeface="Aptos Narrow" panose="020B0004020202020204" pitchFamily="34" charset="0"/>
              </a:rPr>
              <a:t>Increase stock after restocking</a:t>
            </a:r>
            <a:r>
              <a:rPr lang="en-US" sz="1600" u="sng" dirty="0">
                <a:latin typeface="Aptos Narrow" panose="020B0004020202020204" pitchFamily="34" charset="0"/>
              </a:rPr>
              <a:t> </a:t>
            </a:r>
          </a:p>
          <a:p>
            <a:r>
              <a:rPr lang="en-US" sz="1600" dirty="0">
                <a:latin typeface="Aptos Narrow" panose="020B0004020202020204" pitchFamily="34" charset="0"/>
              </a:rPr>
              <a:t>UPDATE Books SET </a:t>
            </a:r>
            <a:r>
              <a:rPr lang="en-US" sz="1600" dirty="0" err="1">
                <a:latin typeface="Aptos Narrow" panose="020B0004020202020204" pitchFamily="34" charset="0"/>
              </a:rPr>
              <a:t>stock_quantity</a:t>
            </a:r>
            <a:r>
              <a:rPr lang="en-US" sz="1600" dirty="0">
                <a:latin typeface="Aptos Narrow" panose="020B0004020202020204" pitchFamily="34" charset="0"/>
              </a:rPr>
              <a:t> = </a:t>
            </a:r>
            <a:r>
              <a:rPr lang="en-US" sz="1600" dirty="0" err="1">
                <a:latin typeface="Aptos Narrow" panose="020B0004020202020204" pitchFamily="34" charset="0"/>
              </a:rPr>
              <a:t>stock_quantity</a:t>
            </a:r>
            <a:r>
              <a:rPr lang="en-US" sz="1600" dirty="0">
                <a:latin typeface="Aptos Narrow" panose="020B0004020202020204" pitchFamily="34" charset="0"/>
              </a:rPr>
              <a:t> + 10 WHERE </a:t>
            </a:r>
            <a:r>
              <a:rPr lang="en-US" sz="1600" dirty="0" err="1">
                <a:latin typeface="Aptos Narrow" panose="020B0004020202020204" pitchFamily="34" charset="0"/>
              </a:rPr>
              <a:t>book_id</a:t>
            </a:r>
            <a:r>
              <a:rPr lang="en-US" sz="1600" dirty="0">
                <a:latin typeface="Aptos Narrow" panose="020B0004020202020204" pitchFamily="34" charset="0"/>
              </a:rPr>
              <a:t> = 31; </a:t>
            </a:r>
          </a:p>
          <a:p>
            <a:r>
              <a:rPr lang="en-US" sz="1600" dirty="0">
                <a:latin typeface="Aptos Narrow" panose="020B0004020202020204" pitchFamily="34" charset="0"/>
              </a:rPr>
              <a:t>→ Adds 10 more copies to the existing stock of book ID 31</a:t>
            </a:r>
          </a:p>
          <a:p>
            <a:endParaRPr lang="en-IN" sz="1800" dirty="0">
              <a:latin typeface="Aptos Narrow" panose="020B0004020202020204" pitchFamily="34" charset="0"/>
            </a:endParaRPr>
          </a:p>
        </p:txBody>
      </p:sp>
    </p:spTree>
    <p:extLst>
      <p:ext uri="{BB962C8B-B14F-4D97-AF65-F5344CB8AC3E}">
        <p14:creationId xmlns:p14="http://schemas.microsoft.com/office/powerpoint/2010/main" val="2498021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AA259F1-B4A4-B29B-E3CC-C0340B597827}"/>
              </a:ext>
            </a:extLst>
          </p:cNvPr>
          <p:cNvSpPr>
            <a:spLocks noGrp="1"/>
          </p:cNvSpPr>
          <p:nvPr>
            <p:ph type="sldNum" sz="quarter" idx="10"/>
          </p:nvPr>
        </p:nvSpPr>
        <p:spPr/>
        <p:txBody>
          <a:bodyPr/>
          <a:lstStyle/>
          <a:p>
            <a:fld id="{48F63A3B-78C7-47BE-AE5E-E10140E04643}" type="slidenum">
              <a:rPr lang="en-US" smtClean="0"/>
              <a:pPr/>
              <a:t>19</a:t>
            </a:fld>
            <a:endParaRPr lang="en-US" dirty="0"/>
          </a:p>
        </p:txBody>
      </p:sp>
      <p:sp>
        <p:nvSpPr>
          <p:cNvPr id="8" name="TextBox 7">
            <a:extLst>
              <a:ext uri="{FF2B5EF4-FFF2-40B4-BE49-F238E27FC236}">
                <a16:creationId xmlns:a16="http://schemas.microsoft.com/office/drawing/2014/main" id="{8374AC60-EE6B-1A26-D95F-B3C724D78E9A}"/>
              </a:ext>
            </a:extLst>
          </p:cNvPr>
          <p:cNvSpPr txBox="1"/>
          <p:nvPr/>
        </p:nvSpPr>
        <p:spPr>
          <a:xfrm>
            <a:off x="1178560" y="613728"/>
            <a:ext cx="4925219" cy="5509200"/>
          </a:xfrm>
          <a:prstGeom prst="rect">
            <a:avLst/>
          </a:prstGeom>
          <a:noFill/>
        </p:spPr>
        <p:txBody>
          <a:bodyPr wrap="square">
            <a:spAutoFit/>
          </a:bodyPr>
          <a:lstStyle/>
          <a:p>
            <a:pPr>
              <a:buNone/>
            </a:pPr>
            <a:r>
              <a:rPr lang="en-US" sz="1600" b="1" dirty="0">
                <a:highlight>
                  <a:srgbClr val="F5CDCE"/>
                </a:highlight>
                <a:latin typeface="Aptos Narrow" panose="020B0004020202020204" pitchFamily="34" charset="0"/>
              </a:rPr>
              <a:t>DELETE Query</a:t>
            </a:r>
            <a:r>
              <a:rPr lang="en-US" sz="1600" dirty="0">
                <a:highlight>
                  <a:srgbClr val="F5CDCE"/>
                </a:highlight>
                <a:latin typeface="Aptos Narrow" panose="020B0004020202020204" pitchFamily="34" charset="0"/>
              </a:rPr>
              <a:t> Used to remove existing records from a table. Always use WHERE clause to target specific rows — without it, all records will be deleted.</a:t>
            </a:r>
          </a:p>
          <a:p>
            <a:pPr>
              <a:buNone/>
            </a:pPr>
            <a:br>
              <a:rPr lang="en-US" sz="1600" dirty="0">
                <a:latin typeface="Aptos Narrow" panose="020B0004020202020204" pitchFamily="34" charset="0"/>
              </a:rPr>
            </a:br>
            <a:r>
              <a:rPr lang="en-US" sz="1600" b="1" u="sng" dirty="0">
                <a:latin typeface="Aptos Narrow" panose="020B0004020202020204" pitchFamily="34" charset="0"/>
              </a:rPr>
              <a:t>Delete low rated reviews</a:t>
            </a:r>
            <a:r>
              <a:rPr lang="en-US" sz="1600" u="sng" dirty="0">
                <a:latin typeface="Aptos Narrow" panose="020B0004020202020204" pitchFamily="34" charset="0"/>
              </a:rPr>
              <a:t> </a:t>
            </a:r>
          </a:p>
          <a:p>
            <a:pPr>
              <a:buNone/>
            </a:pPr>
            <a:r>
              <a:rPr lang="en-US" sz="1600" dirty="0">
                <a:latin typeface="Aptos Narrow" panose="020B0004020202020204" pitchFamily="34" charset="0"/>
              </a:rPr>
              <a:t>DELETE FROM Reviews WHERE rating &lt; 3;</a:t>
            </a:r>
          </a:p>
          <a:p>
            <a:pPr>
              <a:buNone/>
            </a:pPr>
            <a:r>
              <a:rPr lang="en-US" sz="1600" dirty="0">
                <a:latin typeface="Aptos Narrow" panose="020B0004020202020204" pitchFamily="34" charset="0"/>
              </a:rPr>
              <a:t> → Removes all reviews from the bookstore that have a rating below 3</a:t>
            </a:r>
          </a:p>
          <a:p>
            <a:pPr>
              <a:buNone/>
            </a:pPr>
            <a:endParaRPr lang="en-US" sz="1600" b="1" dirty="0">
              <a:latin typeface="Aptos Narrow" panose="020B0004020202020204" pitchFamily="34" charset="0"/>
            </a:endParaRPr>
          </a:p>
          <a:p>
            <a:pPr>
              <a:buNone/>
            </a:pPr>
            <a:r>
              <a:rPr lang="en-US" sz="1600" b="1" u="sng" dirty="0">
                <a:latin typeface="Aptos Narrow" panose="020B0004020202020204" pitchFamily="34" charset="0"/>
              </a:rPr>
              <a:t> Delete cancelled orders</a:t>
            </a:r>
          </a:p>
          <a:p>
            <a:pPr>
              <a:buNone/>
            </a:pPr>
            <a:r>
              <a:rPr lang="en-US" sz="1600" dirty="0">
                <a:latin typeface="Aptos Narrow" panose="020B0004020202020204" pitchFamily="34" charset="0"/>
              </a:rPr>
              <a:t> DELETE FROM Orders WHERE status = 'Cancelled’; </a:t>
            </a:r>
          </a:p>
          <a:p>
            <a:pPr>
              <a:buNone/>
            </a:pPr>
            <a:r>
              <a:rPr lang="en-US" sz="1600" dirty="0">
                <a:latin typeface="Aptos Narrow" panose="020B0004020202020204" pitchFamily="34" charset="0"/>
              </a:rPr>
              <a:t>→ Cleans up the Orders table by removing all orders marked as Cancelled</a:t>
            </a:r>
          </a:p>
          <a:p>
            <a:pPr>
              <a:buNone/>
            </a:pPr>
            <a:br>
              <a:rPr lang="en-US" sz="1600" u="sng" dirty="0">
                <a:latin typeface="Aptos Narrow" panose="020B0004020202020204" pitchFamily="34" charset="0"/>
              </a:rPr>
            </a:br>
            <a:r>
              <a:rPr lang="en-US" sz="1600" b="1" u="sng" dirty="0">
                <a:latin typeface="Aptos Narrow" panose="020B0004020202020204" pitchFamily="34" charset="0"/>
              </a:rPr>
              <a:t> Delete failed payments</a:t>
            </a:r>
          </a:p>
          <a:p>
            <a:pPr>
              <a:buNone/>
            </a:pPr>
            <a:r>
              <a:rPr lang="en-US" sz="1600" dirty="0">
                <a:latin typeface="Aptos Narrow" panose="020B0004020202020204" pitchFamily="34" charset="0"/>
              </a:rPr>
              <a:t> DELETE FROM Payments WHERE </a:t>
            </a:r>
            <a:r>
              <a:rPr lang="en-US" sz="1600" dirty="0" err="1">
                <a:latin typeface="Aptos Narrow" panose="020B0004020202020204" pitchFamily="34" charset="0"/>
              </a:rPr>
              <a:t>payment_status</a:t>
            </a:r>
            <a:r>
              <a:rPr lang="en-US" sz="1600" dirty="0">
                <a:latin typeface="Aptos Narrow" panose="020B0004020202020204" pitchFamily="34" charset="0"/>
              </a:rPr>
              <a:t> = 'Failed’; </a:t>
            </a:r>
          </a:p>
          <a:p>
            <a:pPr>
              <a:buNone/>
            </a:pPr>
            <a:r>
              <a:rPr lang="en-US" sz="1600" dirty="0">
                <a:latin typeface="Aptos Narrow" panose="020B0004020202020204" pitchFamily="34" charset="0"/>
              </a:rPr>
              <a:t>→ Removes all failed payment records from the Payments table</a:t>
            </a:r>
          </a:p>
          <a:p>
            <a:pPr>
              <a:buNone/>
            </a:pPr>
            <a:br>
              <a:rPr lang="en-US" sz="1600" dirty="0">
                <a:latin typeface="Aptos Narrow" panose="020B0004020202020204" pitchFamily="34" charset="0"/>
              </a:rPr>
            </a:br>
            <a:br>
              <a:rPr lang="en-US" sz="1600" dirty="0">
                <a:latin typeface="Aptos Narrow" panose="020B0004020202020204" pitchFamily="34" charset="0"/>
              </a:rPr>
            </a:br>
            <a:endParaRPr lang="en-US" sz="1600" dirty="0">
              <a:latin typeface="Aptos Narrow" panose="020B0004020202020204" pitchFamily="34" charset="0"/>
            </a:endParaRPr>
          </a:p>
        </p:txBody>
      </p:sp>
      <p:sp>
        <p:nvSpPr>
          <p:cNvPr id="9" name="TextBox 8">
            <a:extLst>
              <a:ext uri="{FF2B5EF4-FFF2-40B4-BE49-F238E27FC236}">
                <a16:creationId xmlns:a16="http://schemas.microsoft.com/office/drawing/2014/main" id="{B1FFB1CD-BEE6-92A7-904C-04196EFF81E1}"/>
              </a:ext>
            </a:extLst>
          </p:cNvPr>
          <p:cNvSpPr txBox="1"/>
          <p:nvPr/>
        </p:nvSpPr>
        <p:spPr>
          <a:xfrm>
            <a:off x="6266339" y="480437"/>
            <a:ext cx="5322247" cy="6247864"/>
          </a:xfrm>
          <a:prstGeom prst="rect">
            <a:avLst/>
          </a:prstGeom>
          <a:noFill/>
        </p:spPr>
        <p:txBody>
          <a:bodyPr wrap="square" rtlCol="0">
            <a:spAutoFit/>
          </a:bodyPr>
          <a:lstStyle/>
          <a:p>
            <a:pPr>
              <a:buNone/>
            </a:pPr>
            <a:r>
              <a:rPr lang="en-US" sz="1600" b="1" dirty="0">
                <a:highlight>
                  <a:srgbClr val="F5CDCE"/>
                </a:highlight>
                <a:latin typeface="Aptos Narrow" panose="020B0004020202020204" pitchFamily="34" charset="0"/>
              </a:rPr>
              <a:t>Indexes</a:t>
            </a:r>
            <a:r>
              <a:rPr lang="en-US" sz="1600" dirty="0">
                <a:highlight>
                  <a:srgbClr val="F5CDCE"/>
                </a:highlight>
                <a:latin typeface="Aptos Narrow" panose="020B0004020202020204" pitchFamily="34" charset="0"/>
              </a:rPr>
              <a:t> An index is a database object that speeds up data retrieval. It works like a book index — instead of scanning every row, MySQL directly jumps to the needed data. Improves SELECT query performance but slightly slows INSERT and UPDATE.</a:t>
            </a:r>
          </a:p>
          <a:p>
            <a:pPr>
              <a:buNone/>
            </a:pPr>
            <a:br>
              <a:rPr lang="en-US" sz="1600" u="sng" dirty="0">
                <a:latin typeface="Aptos Narrow" panose="020B0004020202020204" pitchFamily="34" charset="0"/>
              </a:rPr>
            </a:br>
            <a:r>
              <a:rPr lang="en-US" sz="1600" b="1" u="sng" dirty="0">
                <a:latin typeface="Aptos Narrow" panose="020B0004020202020204" pitchFamily="34" charset="0"/>
              </a:rPr>
              <a:t> Create an index on Book title</a:t>
            </a:r>
            <a:r>
              <a:rPr lang="en-US" sz="1600" u="sng" dirty="0">
                <a:latin typeface="Aptos Narrow" panose="020B0004020202020204" pitchFamily="34" charset="0"/>
              </a:rPr>
              <a:t> </a:t>
            </a:r>
          </a:p>
          <a:p>
            <a:pPr>
              <a:buNone/>
            </a:pPr>
            <a:r>
              <a:rPr lang="en-US" sz="1600" dirty="0">
                <a:latin typeface="Aptos Narrow" panose="020B0004020202020204" pitchFamily="34" charset="0"/>
              </a:rPr>
              <a:t>CREATE INDEX </a:t>
            </a:r>
            <a:r>
              <a:rPr lang="en-US" sz="1600" dirty="0" err="1">
                <a:latin typeface="Aptos Narrow" panose="020B0004020202020204" pitchFamily="34" charset="0"/>
              </a:rPr>
              <a:t>idx_book_title</a:t>
            </a:r>
            <a:r>
              <a:rPr lang="en-US" sz="1600" dirty="0">
                <a:latin typeface="Aptos Narrow" panose="020B0004020202020204" pitchFamily="34" charset="0"/>
              </a:rPr>
              <a:t> ON Books(title); </a:t>
            </a:r>
          </a:p>
          <a:p>
            <a:pPr>
              <a:buNone/>
            </a:pPr>
            <a:r>
              <a:rPr lang="en-US" sz="1600" dirty="0">
                <a:latin typeface="Aptos Narrow" panose="020B0004020202020204" pitchFamily="34" charset="0"/>
              </a:rPr>
              <a:t>→ Speeds up searches when customers search a book by its title — no full table scan needed</a:t>
            </a:r>
          </a:p>
          <a:p>
            <a:pPr>
              <a:buNone/>
            </a:pPr>
            <a:br>
              <a:rPr lang="en-US" sz="1600" u="sng" dirty="0">
                <a:latin typeface="Aptos Narrow" panose="020B0004020202020204" pitchFamily="34" charset="0"/>
              </a:rPr>
            </a:br>
            <a:r>
              <a:rPr lang="en-US" sz="1600" b="1" u="sng" dirty="0">
                <a:latin typeface="Aptos Narrow" panose="020B0004020202020204" pitchFamily="34" charset="0"/>
              </a:rPr>
              <a:t> Create an index on Customer email</a:t>
            </a:r>
            <a:r>
              <a:rPr lang="en-US" sz="1600" u="sng" dirty="0">
                <a:latin typeface="Aptos Narrow" panose="020B0004020202020204" pitchFamily="34" charset="0"/>
              </a:rPr>
              <a:t> </a:t>
            </a:r>
          </a:p>
          <a:p>
            <a:pPr>
              <a:buNone/>
            </a:pPr>
            <a:r>
              <a:rPr lang="en-US" sz="1600" dirty="0">
                <a:latin typeface="Aptos Narrow" panose="020B0004020202020204" pitchFamily="34" charset="0"/>
              </a:rPr>
              <a:t>CREATE INDEX </a:t>
            </a:r>
            <a:r>
              <a:rPr lang="en-US" sz="1600" dirty="0" err="1">
                <a:latin typeface="Aptos Narrow" panose="020B0004020202020204" pitchFamily="34" charset="0"/>
              </a:rPr>
              <a:t>idx_customer_email</a:t>
            </a:r>
            <a:r>
              <a:rPr lang="en-US" sz="1600" dirty="0">
                <a:latin typeface="Aptos Narrow" panose="020B0004020202020204" pitchFamily="34" charset="0"/>
              </a:rPr>
              <a:t> ON Customers(email); </a:t>
            </a:r>
          </a:p>
          <a:p>
            <a:pPr>
              <a:buNone/>
            </a:pPr>
            <a:r>
              <a:rPr lang="en-US" sz="1600" dirty="0">
                <a:latin typeface="Aptos Narrow" panose="020B0004020202020204" pitchFamily="34" charset="0"/>
              </a:rPr>
              <a:t>→ Makes login and customer lookup by email much faster</a:t>
            </a:r>
          </a:p>
          <a:p>
            <a:pPr>
              <a:buNone/>
            </a:pPr>
            <a:br>
              <a:rPr lang="en-US" sz="1600" u="sng" dirty="0">
                <a:latin typeface="Aptos Narrow" panose="020B0004020202020204" pitchFamily="34" charset="0"/>
              </a:rPr>
            </a:br>
            <a:r>
              <a:rPr lang="en-US" sz="1600" b="1" u="sng" dirty="0">
                <a:latin typeface="Aptos Narrow" panose="020B0004020202020204" pitchFamily="34" charset="0"/>
              </a:rPr>
              <a:t>Create an index on Order date</a:t>
            </a:r>
          </a:p>
          <a:p>
            <a:pPr>
              <a:buNone/>
            </a:pPr>
            <a:r>
              <a:rPr lang="en-US" sz="1600" dirty="0">
                <a:latin typeface="Aptos Narrow" panose="020B0004020202020204" pitchFamily="34" charset="0"/>
              </a:rPr>
              <a:t> CREATE INDEX </a:t>
            </a:r>
            <a:r>
              <a:rPr lang="en-US" sz="1600" dirty="0" err="1">
                <a:latin typeface="Aptos Narrow" panose="020B0004020202020204" pitchFamily="34" charset="0"/>
              </a:rPr>
              <a:t>idx_order_date</a:t>
            </a:r>
            <a:r>
              <a:rPr lang="en-US" sz="1600" dirty="0">
                <a:latin typeface="Aptos Narrow" panose="020B0004020202020204" pitchFamily="34" charset="0"/>
              </a:rPr>
              <a:t> ON Orders(</a:t>
            </a:r>
            <a:r>
              <a:rPr lang="en-US" sz="1600" dirty="0" err="1">
                <a:latin typeface="Aptos Narrow" panose="020B0004020202020204" pitchFamily="34" charset="0"/>
              </a:rPr>
              <a:t>order_date</a:t>
            </a:r>
            <a:r>
              <a:rPr lang="en-US" sz="1600" dirty="0">
                <a:latin typeface="Aptos Narrow" panose="020B0004020202020204" pitchFamily="34" charset="0"/>
              </a:rPr>
              <a:t>); </a:t>
            </a:r>
          </a:p>
          <a:p>
            <a:pPr>
              <a:buNone/>
            </a:pPr>
            <a:r>
              <a:rPr lang="en-US" sz="1600" dirty="0">
                <a:latin typeface="Aptos Narrow" panose="020B0004020202020204" pitchFamily="34" charset="0"/>
              </a:rPr>
              <a:t>→ Speeds up monthly revenue and date-based filtering queries on the Orders table</a:t>
            </a:r>
          </a:p>
          <a:p>
            <a:pPr>
              <a:buNone/>
            </a:pPr>
            <a:br>
              <a:rPr lang="en-US" sz="1600" dirty="0">
                <a:latin typeface="Aptos Narrow" panose="020B0004020202020204" pitchFamily="34" charset="0"/>
              </a:rPr>
            </a:br>
            <a:r>
              <a:rPr lang="en-US" sz="1600" b="1" u="sng" dirty="0">
                <a:latin typeface="Aptos Narrow" panose="020B0004020202020204" pitchFamily="34" charset="0"/>
              </a:rPr>
              <a:t>Drop an index</a:t>
            </a:r>
            <a:r>
              <a:rPr lang="en-US" sz="1600" u="sng" dirty="0">
                <a:latin typeface="Aptos Narrow" panose="020B0004020202020204" pitchFamily="34" charset="0"/>
              </a:rPr>
              <a:t> </a:t>
            </a:r>
          </a:p>
          <a:p>
            <a:pPr>
              <a:buNone/>
            </a:pPr>
            <a:r>
              <a:rPr lang="en-US" sz="1600" dirty="0">
                <a:latin typeface="Aptos Narrow" panose="020B0004020202020204" pitchFamily="34" charset="0"/>
              </a:rPr>
              <a:t>DROP INDEX </a:t>
            </a:r>
            <a:r>
              <a:rPr lang="en-US" sz="1600" dirty="0" err="1">
                <a:latin typeface="Aptos Narrow" panose="020B0004020202020204" pitchFamily="34" charset="0"/>
              </a:rPr>
              <a:t>idx_book_title</a:t>
            </a:r>
            <a:r>
              <a:rPr lang="en-US" sz="1600" dirty="0">
                <a:latin typeface="Aptos Narrow" panose="020B0004020202020204" pitchFamily="34" charset="0"/>
              </a:rPr>
              <a:t> ON Books; </a:t>
            </a:r>
          </a:p>
          <a:p>
            <a:pPr>
              <a:buNone/>
            </a:pPr>
            <a:r>
              <a:rPr lang="en-US" sz="1600" dirty="0">
                <a:latin typeface="Aptos Narrow" panose="020B0004020202020204" pitchFamily="34" charset="0"/>
              </a:rPr>
              <a:t>→ Removes the index from the Books table when it is no longer needed</a:t>
            </a:r>
          </a:p>
          <a:p>
            <a:endParaRPr lang="en-IN" sz="1600" dirty="0">
              <a:latin typeface="Aptos Narrow" panose="020B0004020202020204" pitchFamily="34" charset="0"/>
            </a:endParaRPr>
          </a:p>
        </p:txBody>
      </p:sp>
    </p:spTree>
    <p:extLst>
      <p:ext uri="{BB962C8B-B14F-4D97-AF65-F5344CB8AC3E}">
        <p14:creationId xmlns:p14="http://schemas.microsoft.com/office/powerpoint/2010/main" val="23637345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E291DB7-119D-1EDA-42C2-4FBB763C4FC0}"/>
              </a:ext>
            </a:extLst>
          </p:cNvPr>
          <p:cNvSpPr>
            <a:spLocks noGrp="1"/>
          </p:cNvSpPr>
          <p:nvPr>
            <p:ph type="sldNum" sz="quarter" idx="10"/>
          </p:nvPr>
        </p:nvSpPr>
        <p:spPr/>
        <p:txBody>
          <a:bodyPr/>
          <a:lstStyle/>
          <a:p>
            <a:fld id="{48F63A3B-78C7-47BE-AE5E-E10140E04643}" type="slidenum">
              <a:rPr lang="en-US" smtClean="0"/>
              <a:pPr/>
              <a:t>20</a:t>
            </a:fld>
            <a:endParaRPr lang="en-US" dirty="0"/>
          </a:p>
        </p:txBody>
      </p:sp>
      <p:sp>
        <p:nvSpPr>
          <p:cNvPr id="8" name="TextBox 7">
            <a:extLst>
              <a:ext uri="{FF2B5EF4-FFF2-40B4-BE49-F238E27FC236}">
                <a16:creationId xmlns:a16="http://schemas.microsoft.com/office/drawing/2014/main" id="{95DB40A7-1BFA-FAAC-DA0E-51029591A33B}"/>
              </a:ext>
            </a:extLst>
          </p:cNvPr>
          <p:cNvSpPr txBox="1"/>
          <p:nvPr/>
        </p:nvSpPr>
        <p:spPr>
          <a:xfrm>
            <a:off x="579121" y="1095836"/>
            <a:ext cx="4064000" cy="4708981"/>
          </a:xfrm>
          <a:prstGeom prst="rect">
            <a:avLst/>
          </a:prstGeom>
          <a:noFill/>
        </p:spPr>
        <p:txBody>
          <a:bodyPr wrap="square" rtlCol="0">
            <a:spAutoFit/>
          </a:bodyPr>
          <a:lstStyle/>
          <a:p>
            <a:r>
              <a:rPr lang="en-IN" sz="2400" b="1" dirty="0">
                <a:highlight>
                  <a:srgbClr val="F5CDCE"/>
                </a:highlight>
              </a:rPr>
              <a:t>ER diagram of </a:t>
            </a:r>
            <a:r>
              <a:rPr lang="en-IN" sz="2400" b="1" dirty="0" err="1">
                <a:highlight>
                  <a:srgbClr val="F5CDCE"/>
                </a:highlight>
              </a:rPr>
              <a:t>Onlinebookstore</a:t>
            </a:r>
            <a:r>
              <a:rPr lang="en-IN" sz="2400" b="1" dirty="0">
                <a:highlight>
                  <a:srgbClr val="F5CDCE"/>
                </a:highlight>
              </a:rPr>
              <a:t> Database:</a:t>
            </a:r>
          </a:p>
          <a:p>
            <a:endParaRPr lang="en-IN" dirty="0"/>
          </a:p>
          <a:p>
            <a:pPr marL="342900" indent="-342900">
              <a:buAutoNum type="arabicPeriod"/>
            </a:pPr>
            <a:r>
              <a:rPr lang="en-IN" dirty="0"/>
              <a:t>Author</a:t>
            </a:r>
          </a:p>
          <a:p>
            <a:pPr marL="342900" indent="-342900">
              <a:buAutoNum type="arabicPeriod"/>
            </a:pPr>
            <a:r>
              <a:rPr lang="en-IN" dirty="0"/>
              <a:t>Categories</a:t>
            </a:r>
          </a:p>
          <a:p>
            <a:pPr marL="342900" indent="-342900">
              <a:buAutoNum type="arabicPeriod"/>
            </a:pPr>
            <a:r>
              <a:rPr lang="en-IN" dirty="0"/>
              <a:t>Publishers</a:t>
            </a:r>
          </a:p>
          <a:p>
            <a:pPr marL="342900" indent="-342900">
              <a:buAutoNum type="arabicPeriod"/>
            </a:pPr>
            <a:r>
              <a:rPr lang="en-IN" dirty="0"/>
              <a:t>Reviews</a:t>
            </a:r>
          </a:p>
          <a:p>
            <a:pPr marL="342900" indent="-342900">
              <a:buAutoNum type="arabicPeriod"/>
            </a:pPr>
            <a:r>
              <a:rPr lang="en-IN" dirty="0"/>
              <a:t>Books</a:t>
            </a:r>
          </a:p>
          <a:p>
            <a:pPr marL="342900" indent="-342900">
              <a:buAutoNum type="arabicPeriod"/>
            </a:pPr>
            <a:r>
              <a:rPr lang="en-IN" dirty="0"/>
              <a:t>Customers</a:t>
            </a:r>
          </a:p>
          <a:p>
            <a:pPr marL="342900" indent="-342900">
              <a:buAutoNum type="arabicPeriod"/>
            </a:pPr>
            <a:r>
              <a:rPr lang="en-IN" dirty="0"/>
              <a:t>Orders</a:t>
            </a:r>
          </a:p>
          <a:p>
            <a:pPr marL="342900" indent="-342900">
              <a:buAutoNum type="arabicPeriod"/>
            </a:pPr>
            <a:r>
              <a:rPr lang="en-IN" dirty="0" err="1"/>
              <a:t>Order_items</a:t>
            </a:r>
            <a:endParaRPr lang="en-IN" dirty="0"/>
          </a:p>
          <a:p>
            <a:pPr marL="342900" indent="-342900">
              <a:buAutoNum type="arabicPeriod"/>
            </a:pPr>
            <a:r>
              <a:rPr lang="en-IN" dirty="0"/>
              <a:t>payments</a:t>
            </a:r>
          </a:p>
          <a:p>
            <a:endParaRPr lang="en-IN" dirty="0"/>
          </a:p>
          <a:p>
            <a:endParaRPr lang="en-IN" dirty="0"/>
          </a:p>
          <a:p>
            <a:endParaRPr lang="en-IN" dirty="0"/>
          </a:p>
          <a:p>
            <a:endParaRPr lang="en-IN" dirty="0"/>
          </a:p>
        </p:txBody>
      </p:sp>
      <p:sp>
        <p:nvSpPr>
          <p:cNvPr id="10" name="Content Placeholder 9">
            <a:extLst>
              <a:ext uri="{FF2B5EF4-FFF2-40B4-BE49-F238E27FC236}">
                <a16:creationId xmlns:a16="http://schemas.microsoft.com/office/drawing/2014/main" id="{7A218B86-A993-25D4-F6AE-DBA69AB8CF9C}"/>
              </a:ext>
            </a:extLst>
          </p:cNvPr>
          <p:cNvSpPr>
            <a:spLocks noGrp="1"/>
          </p:cNvSpPr>
          <p:nvPr>
            <p:ph sz="half" idx="15"/>
          </p:nvPr>
        </p:nvSpPr>
        <p:spPr/>
        <p:txBody>
          <a:bodyPr/>
          <a:lstStyle/>
          <a:p>
            <a:endParaRPr lang="en-IN"/>
          </a:p>
        </p:txBody>
      </p:sp>
      <p:pic>
        <p:nvPicPr>
          <p:cNvPr id="14" name="Picture 13">
            <a:extLst>
              <a:ext uri="{FF2B5EF4-FFF2-40B4-BE49-F238E27FC236}">
                <a16:creationId xmlns:a16="http://schemas.microsoft.com/office/drawing/2014/main" id="{85BCDDFA-3087-10E4-4897-341E0CA102D5}"/>
              </a:ext>
            </a:extLst>
          </p:cNvPr>
          <p:cNvPicPr>
            <a:picLocks noChangeAspect="1"/>
          </p:cNvPicPr>
          <p:nvPr/>
        </p:nvPicPr>
        <p:blipFill>
          <a:blip r:embed="rId2"/>
          <a:stretch>
            <a:fillRect/>
          </a:stretch>
        </p:blipFill>
        <p:spPr>
          <a:xfrm>
            <a:off x="4643120" y="670560"/>
            <a:ext cx="6969760" cy="6055359"/>
          </a:xfrm>
          <a:prstGeom prst="rect">
            <a:avLst/>
          </a:prstGeom>
        </p:spPr>
      </p:pic>
    </p:spTree>
    <p:extLst>
      <p:ext uri="{BB962C8B-B14F-4D97-AF65-F5344CB8AC3E}">
        <p14:creationId xmlns:p14="http://schemas.microsoft.com/office/powerpoint/2010/main" val="3768390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DAB0E22-E234-B44F-4B87-0817D8C5F239}"/>
              </a:ext>
            </a:extLst>
          </p:cNvPr>
          <p:cNvSpPr>
            <a:spLocks noGrp="1"/>
          </p:cNvSpPr>
          <p:nvPr>
            <p:ph type="sldNum" sz="quarter" idx="10"/>
          </p:nvPr>
        </p:nvSpPr>
        <p:spPr/>
        <p:txBody>
          <a:bodyPr/>
          <a:lstStyle/>
          <a:p>
            <a:fld id="{48F63A3B-78C7-47BE-AE5E-E10140E04643}" type="slidenum">
              <a:rPr lang="en-US" smtClean="0"/>
              <a:pPr/>
              <a:t>21</a:t>
            </a:fld>
            <a:endParaRPr lang="en-US" dirty="0"/>
          </a:p>
        </p:txBody>
      </p:sp>
      <p:sp>
        <p:nvSpPr>
          <p:cNvPr id="7" name="TextBox 6">
            <a:extLst>
              <a:ext uri="{FF2B5EF4-FFF2-40B4-BE49-F238E27FC236}">
                <a16:creationId xmlns:a16="http://schemas.microsoft.com/office/drawing/2014/main" id="{A715ED2C-61FE-9263-3A31-3CD8155CA0B9}"/>
              </a:ext>
            </a:extLst>
          </p:cNvPr>
          <p:cNvSpPr txBox="1"/>
          <p:nvPr/>
        </p:nvSpPr>
        <p:spPr>
          <a:xfrm>
            <a:off x="1950171" y="135791"/>
            <a:ext cx="10605624" cy="3293209"/>
          </a:xfrm>
          <a:prstGeom prst="rect">
            <a:avLst/>
          </a:prstGeom>
          <a:noFill/>
        </p:spPr>
        <p:txBody>
          <a:bodyPr wrap="square">
            <a:spAutoFit/>
          </a:bodyPr>
          <a:lstStyle/>
          <a:p>
            <a:pPr>
              <a:buNone/>
            </a:pPr>
            <a:endParaRPr lang="en-US" b="1" dirty="0"/>
          </a:p>
          <a:p>
            <a:pPr>
              <a:buNone/>
            </a:pPr>
            <a:r>
              <a:rPr lang="en-US" b="1" dirty="0">
                <a:solidFill>
                  <a:schemeClr val="accent3">
                    <a:lumMod val="75000"/>
                  </a:schemeClr>
                </a:solidFill>
              </a:rPr>
              <a:t>One-to-Many (1:M) Relationships</a:t>
            </a:r>
            <a:endParaRPr lang="en-US" dirty="0">
              <a:solidFill>
                <a:schemeClr val="accent3">
                  <a:lumMod val="75000"/>
                </a:schemeClr>
              </a:solidFill>
            </a:endParaRPr>
          </a:p>
          <a:p>
            <a:pPr>
              <a:buNone/>
            </a:pPr>
            <a:r>
              <a:rPr lang="en-US" sz="1400" dirty="0"/>
              <a:t>These are the most common type in this database</a:t>
            </a:r>
          </a:p>
          <a:p>
            <a:pPr>
              <a:buFont typeface="Arial" panose="020B0604020202020204" pitchFamily="34" charset="0"/>
              <a:buChar char="•"/>
            </a:pPr>
            <a:r>
              <a:rPr lang="en-US" sz="1400" b="1" dirty="0"/>
              <a:t>Authors → Books</a:t>
            </a:r>
            <a:r>
              <a:rPr lang="en-US" sz="1400" dirty="0"/>
              <a:t>: One author can write many books</a:t>
            </a:r>
          </a:p>
          <a:p>
            <a:pPr>
              <a:buFont typeface="Arial" panose="020B0604020202020204" pitchFamily="34" charset="0"/>
              <a:buChar char="•"/>
            </a:pPr>
            <a:r>
              <a:rPr lang="en-US" sz="1400" b="1" dirty="0"/>
              <a:t>Categories → Books</a:t>
            </a:r>
            <a:r>
              <a:rPr lang="en-US" sz="1400" dirty="0"/>
              <a:t>: One category can classify many books</a:t>
            </a:r>
          </a:p>
          <a:p>
            <a:pPr>
              <a:buFont typeface="Arial" panose="020B0604020202020204" pitchFamily="34" charset="0"/>
              <a:buChar char="•"/>
            </a:pPr>
            <a:r>
              <a:rPr lang="en-US" sz="1400" b="1" dirty="0"/>
              <a:t>Publishers → Books</a:t>
            </a:r>
            <a:r>
              <a:rPr lang="en-US" sz="1400" dirty="0"/>
              <a:t>: One publisher can publish many books, but each book has one publisher.</a:t>
            </a:r>
          </a:p>
          <a:p>
            <a:pPr>
              <a:buFont typeface="Arial" panose="020B0604020202020204" pitchFamily="34" charset="0"/>
              <a:buChar char="•"/>
            </a:pPr>
            <a:r>
              <a:rPr lang="en-US" sz="1400" b="1" dirty="0"/>
              <a:t>Customers → Orders</a:t>
            </a:r>
            <a:r>
              <a:rPr lang="en-US" sz="1400" dirty="0"/>
              <a:t>: One customer can place many orders over time, but each order belongs to one customer.</a:t>
            </a:r>
          </a:p>
          <a:p>
            <a:pPr>
              <a:buFont typeface="Arial" panose="020B0604020202020204" pitchFamily="34" charset="0"/>
              <a:buChar char="•"/>
            </a:pPr>
            <a:r>
              <a:rPr lang="en-US" sz="1400" b="1" dirty="0"/>
              <a:t>Orders → </a:t>
            </a:r>
            <a:r>
              <a:rPr lang="en-US" sz="1400" b="1" dirty="0" err="1"/>
              <a:t>Order_Items</a:t>
            </a:r>
            <a:r>
              <a:rPr lang="en-US" sz="1400" dirty="0"/>
              <a:t>: One order can contain many items (multiple books), but each order item belongs to one order.</a:t>
            </a:r>
          </a:p>
          <a:p>
            <a:pPr>
              <a:buFont typeface="Arial" panose="020B0604020202020204" pitchFamily="34" charset="0"/>
              <a:buChar char="•"/>
            </a:pPr>
            <a:r>
              <a:rPr lang="en-US" sz="1400" b="1" dirty="0"/>
              <a:t>Books → </a:t>
            </a:r>
            <a:r>
              <a:rPr lang="en-US" sz="1400" b="1" dirty="0" err="1"/>
              <a:t>Order_Items</a:t>
            </a:r>
            <a:r>
              <a:rPr lang="en-US" sz="1400" dirty="0"/>
              <a:t>: One book can appear in many different orders, but each order item refers to one book.</a:t>
            </a:r>
          </a:p>
          <a:p>
            <a:pPr>
              <a:buFont typeface="Arial" panose="020B0604020202020204" pitchFamily="34" charset="0"/>
              <a:buChar char="•"/>
            </a:pPr>
            <a:r>
              <a:rPr lang="en-US" sz="1400" b="1" dirty="0"/>
              <a:t>Books → Reviews</a:t>
            </a:r>
            <a:r>
              <a:rPr lang="en-US" sz="1400" dirty="0"/>
              <a:t>: One book can receive many reviews from different customers.</a:t>
            </a:r>
          </a:p>
          <a:p>
            <a:pPr>
              <a:buFont typeface="Arial" panose="020B0604020202020204" pitchFamily="34" charset="0"/>
              <a:buChar char="•"/>
            </a:pPr>
            <a:r>
              <a:rPr lang="en-US" sz="1400" b="1" dirty="0"/>
              <a:t>Customers → Reviews</a:t>
            </a:r>
            <a:r>
              <a:rPr lang="en-US" sz="1400" dirty="0"/>
              <a:t>: One customer can write many reviews for different books.</a:t>
            </a:r>
          </a:p>
          <a:p>
            <a:pPr>
              <a:buFont typeface="Arial" panose="020B0604020202020204" pitchFamily="34" charset="0"/>
              <a:buChar char="•"/>
            </a:pPr>
            <a:endParaRPr lang="en-US" sz="1400" dirty="0"/>
          </a:p>
          <a:p>
            <a:pPr>
              <a:buFont typeface="Arial" panose="020B0604020202020204" pitchFamily="34" charset="0"/>
              <a:buChar char="•"/>
            </a:pPr>
            <a:endParaRPr lang="en-US" sz="1400" dirty="0"/>
          </a:p>
          <a:p>
            <a:endParaRPr lang="en-US" u="sng" dirty="0">
              <a:solidFill>
                <a:schemeClr val="accent3">
                  <a:lumMod val="75000"/>
                </a:schemeClr>
              </a:solidFill>
            </a:endParaRPr>
          </a:p>
        </p:txBody>
      </p:sp>
      <p:sp>
        <p:nvSpPr>
          <p:cNvPr id="10" name="TextBox 9">
            <a:extLst>
              <a:ext uri="{FF2B5EF4-FFF2-40B4-BE49-F238E27FC236}">
                <a16:creationId xmlns:a16="http://schemas.microsoft.com/office/drawing/2014/main" id="{256B7CBA-B14B-3DEA-C044-3988E64EB793}"/>
              </a:ext>
            </a:extLst>
          </p:cNvPr>
          <p:cNvSpPr txBox="1"/>
          <p:nvPr/>
        </p:nvSpPr>
        <p:spPr>
          <a:xfrm>
            <a:off x="1950170" y="2969342"/>
            <a:ext cx="10241830" cy="1200329"/>
          </a:xfrm>
          <a:prstGeom prst="rect">
            <a:avLst/>
          </a:prstGeom>
          <a:noFill/>
        </p:spPr>
        <p:txBody>
          <a:bodyPr wrap="square" rtlCol="0">
            <a:spAutoFit/>
          </a:bodyPr>
          <a:lstStyle/>
          <a:p>
            <a:pPr>
              <a:buNone/>
            </a:pPr>
            <a:r>
              <a:rPr lang="en-US" b="1" dirty="0">
                <a:solidFill>
                  <a:schemeClr val="accent3">
                    <a:lumMod val="75000"/>
                  </a:schemeClr>
                </a:solidFill>
              </a:rPr>
              <a:t>One-to-One (1:1) Relationship</a:t>
            </a:r>
            <a:endParaRPr lang="en-US" dirty="0">
              <a:solidFill>
                <a:schemeClr val="accent3">
                  <a:lumMod val="75000"/>
                </a:schemeClr>
              </a:solidFill>
            </a:endParaRPr>
          </a:p>
          <a:p>
            <a:pPr>
              <a:buFont typeface="Arial" panose="020B0604020202020204" pitchFamily="34" charset="0"/>
              <a:buChar char="•"/>
            </a:pPr>
            <a:r>
              <a:rPr lang="en-US" b="1" dirty="0"/>
              <a:t>Orders → Payments</a:t>
            </a:r>
            <a:r>
              <a:rPr lang="en-US" dirty="0"/>
              <a:t>: Each order has exactly one payment record, and each payment belongs to exactly one order. This is a strict 1:1 link.</a:t>
            </a:r>
          </a:p>
          <a:p>
            <a:endParaRPr lang="en-IN" dirty="0"/>
          </a:p>
        </p:txBody>
      </p:sp>
      <p:sp>
        <p:nvSpPr>
          <p:cNvPr id="11" name="TextBox 10">
            <a:extLst>
              <a:ext uri="{FF2B5EF4-FFF2-40B4-BE49-F238E27FC236}">
                <a16:creationId xmlns:a16="http://schemas.microsoft.com/office/drawing/2014/main" id="{84CA8083-2B87-9E4D-F175-7BEF32FED7E9}"/>
              </a:ext>
            </a:extLst>
          </p:cNvPr>
          <p:cNvSpPr txBox="1"/>
          <p:nvPr/>
        </p:nvSpPr>
        <p:spPr>
          <a:xfrm>
            <a:off x="2025445" y="4290219"/>
            <a:ext cx="9862698" cy="2031325"/>
          </a:xfrm>
          <a:prstGeom prst="rect">
            <a:avLst/>
          </a:prstGeom>
          <a:noFill/>
        </p:spPr>
        <p:txBody>
          <a:bodyPr wrap="square" rtlCol="0">
            <a:spAutoFit/>
          </a:bodyPr>
          <a:lstStyle/>
          <a:p>
            <a:pPr>
              <a:buNone/>
            </a:pPr>
            <a:r>
              <a:rPr lang="en-US" b="1" u="sng" dirty="0">
                <a:solidFill>
                  <a:schemeClr val="accent3">
                    <a:lumMod val="75000"/>
                  </a:schemeClr>
                </a:solidFill>
              </a:rPr>
              <a:t>Many-to-Many (M:M) — Resolved via Bridge Table</a:t>
            </a:r>
            <a:endParaRPr lang="en-US" u="sng" dirty="0">
              <a:solidFill>
                <a:schemeClr val="accent3">
                  <a:lumMod val="75000"/>
                </a:schemeClr>
              </a:solidFill>
            </a:endParaRPr>
          </a:p>
          <a:p>
            <a:pPr>
              <a:buFont typeface="Arial" panose="020B0604020202020204" pitchFamily="34" charset="0"/>
              <a:buChar char="•"/>
            </a:pPr>
            <a:r>
              <a:rPr lang="en-US" b="1" dirty="0"/>
              <a:t>Books ↔ Customers</a:t>
            </a:r>
            <a:r>
              <a:rPr lang="en-US" dirty="0"/>
              <a:t> (through Orders + </a:t>
            </a:r>
            <a:r>
              <a:rPr lang="en-US" dirty="0" err="1"/>
              <a:t>Order_Items</a:t>
            </a:r>
            <a:r>
              <a:rPr lang="en-US" dirty="0"/>
              <a:t>): A customer can buy many books, and a book can be bought by many customers. This M:M relationship is resolved using </a:t>
            </a:r>
            <a:r>
              <a:rPr lang="en-US" dirty="0">
                <a:latin typeface="Courier New" panose="02070309020205020404" pitchFamily="49" charset="0"/>
              </a:rPr>
              <a:t>Orders</a:t>
            </a:r>
            <a:r>
              <a:rPr lang="en-US" dirty="0"/>
              <a:t> and </a:t>
            </a:r>
            <a:r>
              <a:rPr lang="en-US" dirty="0" err="1">
                <a:latin typeface="Courier New" panose="02070309020205020404" pitchFamily="49" charset="0"/>
              </a:rPr>
              <a:t>Order_Items</a:t>
            </a:r>
            <a:r>
              <a:rPr lang="en-US" dirty="0"/>
              <a:t> as a bridge.</a:t>
            </a:r>
          </a:p>
          <a:p>
            <a:pPr>
              <a:buFont typeface="Arial" panose="020B0604020202020204" pitchFamily="34" charset="0"/>
              <a:buChar char="•"/>
            </a:pPr>
            <a:r>
              <a:rPr lang="en-US" b="1" dirty="0"/>
              <a:t>Books ↔ Customers</a:t>
            </a:r>
            <a:r>
              <a:rPr lang="en-US" dirty="0"/>
              <a:t> (through Reviews): A customer can review many books, and a book can be reviewed by many customers. </a:t>
            </a:r>
          </a:p>
          <a:p>
            <a:pPr>
              <a:buFont typeface="Arial" panose="020B0604020202020204" pitchFamily="34" charset="0"/>
              <a:buChar char="•"/>
            </a:pPr>
            <a:r>
              <a:rPr lang="en-US" dirty="0"/>
              <a:t>        The </a:t>
            </a:r>
            <a:r>
              <a:rPr lang="en-US" dirty="0">
                <a:latin typeface="Courier New" panose="02070309020205020404" pitchFamily="49" charset="0"/>
              </a:rPr>
              <a:t>Reviews</a:t>
            </a:r>
            <a:r>
              <a:rPr lang="en-US" dirty="0"/>
              <a:t> table acts as the bridge here.</a:t>
            </a:r>
          </a:p>
        </p:txBody>
      </p:sp>
    </p:spTree>
    <p:extLst>
      <p:ext uri="{BB962C8B-B14F-4D97-AF65-F5344CB8AC3E}">
        <p14:creationId xmlns:p14="http://schemas.microsoft.com/office/powerpoint/2010/main" val="2484590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1000"/>
                                        <p:tgtEl>
                                          <p:spTgt spid="11"/>
                                        </p:tgtEl>
                                      </p:cBhvr>
                                    </p:animEffect>
                                    <p:anim calcmode="lin" valueType="num">
                                      <p:cBhvr>
                                        <p:cTn id="21" dur="1000" fill="hold"/>
                                        <p:tgtEl>
                                          <p:spTgt spid="11"/>
                                        </p:tgtEl>
                                        <p:attrNameLst>
                                          <p:attrName>ppt_x</p:attrName>
                                        </p:attrNameLst>
                                      </p:cBhvr>
                                      <p:tavLst>
                                        <p:tav tm="0">
                                          <p:val>
                                            <p:strVal val="#ppt_x"/>
                                          </p:val>
                                        </p:tav>
                                        <p:tav tm="100000">
                                          <p:val>
                                            <p:strVal val="#ppt_x"/>
                                          </p:val>
                                        </p:tav>
                                      </p:tavLst>
                                    </p:anim>
                                    <p:anim calcmode="lin" valueType="num">
                                      <p:cBhvr>
                                        <p:cTn id="22"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A324-0737-F0DA-1F7D-10CBE06D7C3F}"/>
              </a:ext>
            </a:extLst>
          </p:cNvPr>
          <p:cNvSpPr>
            <a:spLocks noGrp="1"/>
          </p:cNvSpPr>
          <p:nvPr>
            <p:ph type="title"/>
          </p:nvPr>
        </p:nvSpPr>
        <p:spPr>
          <a:xfrm>
            <a:off x="914400" y="593375"/>
            <a:ext cx="10511627" cy="575025"/>
          </a:xfrm>
        </p:spPr>
        <p:txBody>
          <a:bodyPr/>
          <a:lstStyle/>
          <a:p>
            <a:r>
              <a:rPr lang="en-US" sz="2000" dirty="0"/>
              <a:t>Normalization</a:t>
            </a:r>
          </a:p>
        </p:txBody>
      </p:sp>
      <p:sp>
        <p:nvSpPr>
          <p:cNvPr id="3" name="Slide Number Placeholder 2">
            <a:extLst>
              <a:ext uri="{FF2B5EF4-FFF2-40B4-BE49-F238E27FC236}">
                <a16:creationId xmlns:a16="http://schemas.microsoft.com/office/drawing/2014/main" id="{AC21286A-7B29-3B58-1636-0F45723890A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22</a:t>
            </a:fld>
            <a:endParaRPr lang="en-US" dirty="0"/>
          </a:p>
        </p:txBody>
      </p:sp>
      <p:sp>
        <p:nvSpPr>
          <p:cNvPr id="4" name="TextBox 3">
            <a:extLst>
              <a:ext uri="{FF2B5EF4-FFF2-40B4-BE49-F238E27FC236}">
                <a16:creationId xmlns:a16="http://schemas.microsoft.com/office/drawing/2014/main" id="{79AE3CA3-C92C-D58E-1129-7D81ED697061}"/>
              </a:ext>
            </a:extLst>
          </p:cNvPr>
          <p:cNvSpPr txBox="1"/>
          <p:nvPr/>
        </p:nvSpPr>
        <p:spPr>
          <a:xfrm>
            <a:off x="1255867" y="1312594"/>
            <a:ext cx="10170160" cy="646331"/>
          </a:xfrm>
          <a:prstGeom prst="rect">
            <a:avLst/>
          </a:prstGeom>
          <a:noFill/>
        </p:spPr>
        <p:txBody>
          <a:bodyPr wrap="square" rtlCol="0">
            <a:spAutoFit/>
          </a:bodyPr>
          <a:lstStyle/>
          <a:p>
            <a:r>
              <a:rPr lang="en-US" dirty="0"/>
              <a:t>Normalization is a process in databases used to organize data efficiently by reducing redundancy (duplicate data) and improving data integrity (accuracy and consistency).</a:t>
            </a:r>
            <a:endParaRPr lang="en-IN" dirty="0"/>
          </a:p>
        </p:txBody>
      </p:sp>
      <p:sp>
        <p:nvSpPr>
          <p:cNvPr id="7" name="Content Placeholder 6">
            <a:extLst>
              <a:ext uri="{FF2B5EF4-FFF2-40B4-BE49-F238E27FC236}">
                <a16:creationId xmlns:a16="http://schemas.microsoft.com/office/drawing/2014/main" id="{033ECDE1-835B-AC76-E95C-76167361EF27}"/>
              </a:ext>
            </a:extLst>
          </p:cNvPr>
          <p:cNvSpPr>
            <a:spLocks noGrp="1"/>
          </p:cNvSpPr>
          <p:nvPr>
            <p:ph sz="quarter" idx="4"/>
          </p:nvPr>
        </p:nvSpPr>
        <p:spPr/>
        <p:txBody>
          <a:bodyPr>
            <a:normAutofit lnSpcReduction="10000"/>
          </a:bodyPr>
          <a:lstStyle/>
          <a:p>
            <a:pPr marL="0" indent="0">
              <a:buNone/>
            </a:pPr>
            <a:r>
              <a:rPr lang="en-IN" b="1" dirty="0"/>
              <a:t>🔹 1NF (First Normal Form)  </a:t>
            </a:r>
            <a:r>
              <a:rPr lang="en-IN" dirty="0">
                <a:solidFill>
                  <a:schemeClr val="tx1"/>
                </a:solidFill>
              </a:rPr>
              <a:t>No repeating or multiple values in a column </a:t>
            </a:r>
          </a:p>
          <a:p>
            <a:pPr marL="0" indent="0">
              <a:buNone/>
            </a:pPr>
            <a:r>
              <a:rPr lang="en-IN" dirty="0">
                <a:solidFill>
                  <a:schemeClr val="tx1"/>
                </a:solidFill>
              </a:rPr>
              <a:t>Data must be </a:t>
            </a:r>
            <a:r>
              <a:rPr lang="en-IN" b="1" dirty="0">
                <a:solidFill>
                  <a:schemeClr val="tx1"/>
                </a:solidFill>
              </a:rPr>
              <a:t>atomic (single value)</a:t>
            </a:r>
            <a:r>
              <a:rPr lang="en-IN" dirty="0">
                <a:solidFill>
                  <a:schemeClr val="tx1"/>
                </a:solidFill>
              </a:rPr>
              <a:t> </a:t>
            </a:r>
          </a:p>
          <a:p>
            <a:pPr marL="0" indent="0">
              <a:buNone/>
            </a:pPr>
            <a:br>
              <a:rPr lang="en-IN" dirty="0"/>
            </a:br>
            <a:r>
              <a:rPr lang="en-IN" b="1" dirty="0"/>
              <a:t>🔹 2NF (Second Normal Form)  </a:t>
            </a:r>
            <a:r>
              <a:rPr lang="en-IN" dirty="0">
                <a:solidFill>
                  <a:schemeClr val="tx1"/>
                </a:solidFill>
              </a:rPr>
              <a:t>Must follow </a:t>
            </a:r>
            <a:r>
              <a:rPr lang="en-IN" b="1" dirty="0">
                <a:solidFill>
                  <a:schemeClr val="tx1"/>
                </a:solidFill>
              </a:rPr>
              <a:t>1NF</a:t>
            </a:r>
            <a:r>
              <a:rPr lang="en-IN" dirty="0">
                <a:solidFill>
                  <a:schemeClr val="tx1"/>
                </a:solidFill>
              </a:rPr>
              <a:t> </a:t>
            </a:r>
          </a:p>
          <a:p>
            <a:pPr marL="0" indent="0">
              <a:buNone/>
            </a:pPr>
            <a:r>
              <a:rPr lang="en-IN" dirty="0">
                <a:solidFill>
                  <a:schemeClr val="tx1"/>
                </a:solidFill>
              </a:rPr>
              <a:t> No </a:t>
            </a:r>
            <a:r>
              <a:rPr lang="en-IN" b="1" dirty="0">
                <a:solidFill>
                  <a:schemeClr val="tx1"/>
                </a:solidFill>
              </a:rPr>
              <a:t>partial dependency</a:t>
            </a:r>
            <a:r>
              <a:rPr lang="en-IN" dirty="0">
                <a:solidFill>
                  <a:schemeClr val="tx1"/>
                </a:solidFill>
              </a:rPr>
              <a:t> (depends on full primary key) </a:t>
            </a:r>
          </a:p>
          <a:p>
            <a:pPr marL="0" indent="0">
              <a:buNone/>
            </a:pPr>
            <a:br>
              <a:rPr lang="en-IN" dirty="0">
                <a:solidFill>
                  <a:schemeClr val="tx1"/>
                </a:solidFill>
              </a:rPr>
            </a:br>
            <a:r>
              <a:rPr lang="en-IN" b="1" dirty="0"/>
              <a:t>🔹 3NF (Third Normal Form)  </a:t>
            </a:r>
            <a:r>
              <a:rPr lang="en-IN" dirty="0">
                <a:solidFill>
                  <a:schemeClr val="tx1"/>
                </a:solidFill>
              </a:rPr>
              <a:t>Must follow </a:t>
            </a:r>
            <a:r>
              <a:rPr lang="en-IN" b="1" dirty="0">
                <a:solidFill>
                  <a:schemeClr val="tx1"/>
                </a:solidFill>
              </a:rPr>
              <a:t>2NF</a:t>
            </a:r>
            <a:r>
              <a:rPr lang="en-IN" dirty="0">
                <a:solidFill>
                  <a:schemeClr val="tx1"/>
                </a:solidFill>
              </a:rPr>
              <a:t> </a:t>
            </a:r>
          </a:p>
          <a:p>
            <a:pPr marL="0" indent="0">
              <a:buNone/>
            </a:pPr>
            <a:r>
              <a:rPr lang="en-IN" dirty="0">
                <a:solidFill>
                  <a:schemeClr val="tx1"/>
                </a:solidFill>
              </a:rPr>
              <a:t>No </a:t>
            </a:r>
            <a:r>
              <a:rPr lang="en-IN" b="1" dirty="0">
                <a:solidFill>
                  <a:schemeClr val="tx1"/>
                </a:solidFill>
              </a:rPr>
              <a:t>transitive dependency</a:t>
            </a:r>
            <a:r>
              <a:rPr lang="en-IN" dirty="0">
                <a:solidFill>
                  <a:schemeClr val="tx1"/>
                </a:solidFill>
              </a:rPr>
              <a:t> (non-key → non-key not allowed) </a:t>
            </a:r>
          </a:p>
          <a:p>
            <a:pPr marL="0" indent="0">
              <a:buNone/>
            </a:pPr>
            <a:br>
              <a:rPr lang="en-IN" dirty="0"/>
            </a:br>
            <a:r>
              <a:rPr lang="en-IN" b="1" dirty="0"/>
              <a:t>🔹 BCNF (Boyce-Codd Normal Form</a:t>
            </a:r>
            <a:r>
              <a:rPr lang="en-IN" b="1" dirty="0">
                <a:solidFill>
                  <a:schemeClr val="tx1"/>
                </a:solidFill>
              </a:rPr>
              <a:t>)  </a:t>
            </a:r>
            <a:r>
              <a:rPr lang="en-IN" dirty="0">
                <a:solidFill>
                  <a:schemeClr val="tx1"/>
                </a:solidFill>
              </a:rPr>
              <a:t>Stronger version of 3NF </a:t>
            </a:r>
          </a:p>
          <a:p>
            <a:pPr marL="0" indent="0">
              <a:buNone/>
            </a:pPr>
            <a:r>
              <a:rPr lang="en-IN" dirty="0">
                <a:solidFill>
                  <a:schemeClr val="tx1"/>
                </a:solidFill>
              </a:rPr>
              <a:t>Every determinant must be a </a:t>
            </a:r>
            <a:r>
              <a:rPr lang="en-IN" b="1" dirty="0">
                <a:solidFill>
                  <a:schemeClr val="tx1"/>
                </a:solidFill>
              </a:rPr>
              <a:t>candidate key</a:t>
            </a:r>
            <a:r>
              <a:rPr lang="en-IN" dirty="0">
                <a:solidFill>
                  <a:schemeClr val="tx1"/>
                </a:solidFill>
              </a:rPr>
              <a:t> </a:t>
            </a:r>
          </a:p>
          <a:p>
            <a:endParaRPr lang="en-IN" dirty="0"/>
          </a:p>
        </p:txBody>
      </p:sp>
    </p:spTree>
    <p:extLst>
      <p:ext uri="{BB962C8B-B14F-4D97-AF65-F5344CB8AC3E}">
        <p14:creationId xmlns:p14="http://schemas.microsoft.com/office/powerpoint/2010/main" val="1686213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 calcmode="lin" valueType="num">
                                      <p:cBhvr additive="base">
                                        <p:cTn id="11"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 calcmode="lin" valueType="num">
                                      <p:cBhvr additive="base">
                                        <p:cTn id="17"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anim calcmode="lin" valueType="num">
                                      <p:cBhvr additive="base">
                                        <p:cTn id="2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 calcmode="lin" valueType="num">
                                      <p:cBhvr additive="base">
                                        <p:cTn id="2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 calcmode="lin" valueType="num">
                                      <p:cBhvr additive="base">
                                        <p:cTn id="35"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7">
                                            <p:txEl>
                                              <p:pRg st="5" end="5"/>
                                            </p:txEl>
                                          </p:spTgt>
                                        </p:tgtEl>
                                        <p:attrNameLst>
                                          <p:attrName>style.visibility</p:attrName>
                                        </p:attrNameLst>
                                      </p:cBhvr>
                                      <p:to>
                                        <p:strVal val="visible"/>
                                      </p:to>
                                    </p:set>
                                    <p:anim calcmode="lin" valueType="num">
                                      <p:cBhvr additive="base">
                                        <p:cTn id="41"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7">
                                            <p:txEl>
                                              <p:pRg st="6" end="6"/>
                                            </p:txEl>
                                          </p:spTgt>
                                        </p:tgtEl>
                                        <p:attrNameLst>
                                          <p:attrName>style.visibility</p:attrName>
                                        </p:attrNameLst>
                                      </p:cBhvr>
                                      <p:to>
                                        <p:strVal val="visible"/>
                                      </p:to>
                                    </p:set>
                                    <p:anim calcmode="lin" valueType="num">
                                      <p:cBhvr additive="base">
                                        <p:cTn id="47"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7">
                                            <p:txEl>
                                              <p:pRg st="7" end="7"/>
                                            </p:txEl>
                                          </p:spTgt>
                                        </p:tgtEl>
                                        <p:attrNameLst>
                                          <p:attrName>style.visibility</p:attrName>
                                        </p:attrNameLst>
                                      </p:cBhvr>
                                      <p:to>
                                        <p:strVal val="visible"/>
                                      </p:to>
                                    </p:set>
                                    <p:anim calcmode="lin" valueType="num">
                                      <p:cBhvr additive="base">
                                        <p:cTn id="53"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7EC70-2D63-F735-CC7A-2590A1692801}"/>
              </a:ext>
            </a:extLst>
          </p:cNvPr>
          <p:cNvSpPr>
            <a:spLocks noGrp="1"/>
          </p:cNvSpPr>
          <p:nvPr>
            <p:ph type="title"/>
          </p:nvPr>
        </p:nvSpPr>
        <p:spPr>
          <a:xfrm>
            <a:off x="904240" y="501194"/>
            <a:ext cx="9597227" cy="383498"/>
          </a:xfrm>
        </p:spPr>
        <p:txBody>
          <a:bodyPr/>
          <a:lstStyle/>
          <a:p>
            <a:r>
              <a:rPr lang="en-IN" sz="2400" dirty="0"/>
              <a:t>Define database schema with </a:t>
            </a:r>
            <a:r>
              <a:rPr lang="en-IN" sz="2400" dirty="0" err="1"/>
              <a:t>ddl</a:t>
            </a:r>
            <a:r>
              <a:rPr lang="en-IN" sz="2400" dirty="0"/>
              <a:t> commands</a:t>
            </a:r>
          </a:p>
        </p:txBody>
      </p:sp>
      <p:sp>
        <p:nvSpPr>
          <p:cNvPr id="4" name="Slide Number Placeholder 3">
            <a:extLst>
              <a:ext uri="{FF2B5EF4-FFF2-40B4-BE49-F238E27FC236}">
                <a16:creationId xmlns:a16="http://schemas.microsoft.com/office/drawing/2014/main" id="{0A20C652-7B90-3403-9F38-EF15A18373B4}"/>
              </a:ext>
            </a:extLst>
          </p:cNvPr>
          <p:cNvSpPr>
            <a:spLocks noGrp="1"/>
          </p:cNvSpPr>
          <p:nvPr>
            <p:ph type="sldNum" sz="quarter" idx="10"/>
          </p:nvPr>
        </p:nvSpPr>
        <p:spPr/>
        <p:txBody>
          <a:bodyPr/>
          <a:lstStyle/>
          <a:p>
            <a:fld id="{48F63A3B-78C7-47BE-AE5E-E10140E04643}" type="slidenum">
              <a:rPr lang="en-US" smtClean="0"/>
              <a:pPr/>
              <a:t>23</a:t>
            </a:fld>
            <a:endParaRPr lang="en-US" dirty="0"/>
          </a:p>
        </p:txBody>
      </p:sp>
      <p:sp>
        <p:nvSpPr>
          <p:cNvPr id="10" name="TextBox 9">
            <a:extLst>
              <a:ext uri="{FF2B5EF4-FFF2-40B4-BE49-F238E27FC236}">
                <a16:creationId xmlns:a16="http://schemas.microsoft.com/office/drawing/2014/main" id="{D2CD0AF1-8851-C43F-92A6-DE927C2F96B6}"/>
              </a:ext>
            </a:extLst>
          </p:cNvPr>
          <p:cNvSpPr txBox="1"/>
          <p:nvPr/>
        </p:nvSpPr>
        <p:spPr>
          <a:xfrm>
            <a:off x="904240" y="1027349"/>
            <a:ext cx="10149840" cy="1077218"/>
          </a:xfrm>
          <a:prstGeom prst="rect">
            <a:avLst/>
          </a:prstGeom>
          <a:noFill/>
        </p:spPr>
        <p:txBody>
          <a:bodyPr wrap="square">
            <a:spAutoFit/>
          </a:bodyPr>
          <a:lstStyle/>
          <a:p>
            <a:pPr>
              <a:buNone/>
            </a:pPr>
            <a:r>
              <a:rPr lang="en-US" sz="1600" b="1" dirty="0">
                <a:latin typeface="Aptos Narrow" panose="020B0004020202020204" pitchFamily="34" charset="0"/>
              </a:rPr>
              <a:t>DDL (Data Definition Language)</a:t>
            </a:r>
          </a:p>
          <a:p>
            <a:pPr>
              <a:buNone/>
            </a:pPr>
            <a:r>
              <a:rPr lang="en-US" sz="1600" b="1" dirty="0">
                <a:latin typeface="Aptos Narrow" panose="020B0004020202020204" pitchFamily="34" charset="0"/>
              </a:rPr>
              <a:t>Definition:</a:t>
            </a:r>
            <a:r>
              <a:rPr lang="en-US" sz="1600" dirty="0">
                <a:latin typeface="Aptos Narrow" panose="020B0004020202020204" pitchFamily="34" charset="0"/>
              </a:rPr>
              <a:t> DDL stands for Data Definition Language. It is a subset of SQL used to define, modify, and manage the structure of database objects like tables, schemas, indexes, and constraints. DDL commands do not deal with the actual data inside tables — they deal with the </a:t>
            </a:r>
            <a:r>
              <a:rPr lang="en-US" sz="1600" b="1" dirty="0">
                <a:latin typeface="Aptos Narrow" panose="020B0004020202020204" pitchFamily="34" charset="0"/>
              </a:rPr>
              <a:t>structure</a:t>
            </a:r>
            <a:r>
              <a:rPr lang="en-US" sz="1600" dirty="0">
                <a:latin typeface="Aptos Narrow" panose="020B0004020202020204" pitchFamily="34" charset="0"/>
              </a:rPr>
              <a:t> of the database.</a:t>
            </a:r>
          </a:p>
        </p:txBody>
      </p:sp>
      <p:graphicFrame>
        <p:nvGraphicFramePr>
          <p:cNvPr id="11" name="Table 10">
            <a:extLst>
              <a:ext uri="{FF2B5EF4-FFF2-40B4-BE49-F238E27FC236}">
                <a16:creationId xmlns:a16="http://schemas.microsoft.com/office/drawing/2014/main" id="{FEF630DF-072B-D229-932F-BF02CFE72B4A}"/>
              </a:ext>
            </a:extLst>
          </p:cNvPr>
          <p:cNvGraphicFramePr>
            <a:graphicFrameLocks noGrp="1"/>
          </p:cNvGraphicFramePr>
          <p:nvPr>
            <p:extLst>
              <p:ext uri="{D42A27DB-BD31-4B8C-83A1-F6EECF244321}">
                <p14:modId xmlns:p14="http://schemas.microsoft.com/office/powerpoint/2010/main" val="2861519332"/>
              </p:ext>
            </p:extLst>
          </p:nvPr>
        </p:nvGraphicFramePr>
        <p:xfrm>
          <a:off x="904240" y="2630925"/>
          <a:ext cx="6807199" cy="2194560"/>
        </p:xfrm>
        <a:graphic>
          <a:graphicData uri="http://schemas.openxmlformats.org/drawingml/2006/table">
            <a:tbl>
              <a:tblPr/>
              <a:tblGrid>
                <a:gridCol w="1328405">
                  <a:extLst>
                    <a:ext uri="{9D8B030D-6E8A-4147-A177-3AD203B41FA5}">
                      <a16:colId xmlns:a16="http://schemas.microsoft.com/office/drawing/2014/main" val="1011886545"/>
                    </a:ext>
                  </a:extLst>
                </a:gridCol>
                <a:gridCol w="5478794">
                  <a:extLst>
                    <a:ext uri="{9D8B030D-6E8A-4147-A177-3AD203B41FA5}">
                      <a16:colId xmlns:a16="http://schemas.microsoft.com/office/drawing/2014/main" val="595013554"/>
                    </a:ext>
                  </a:extLst>
                </a:gridCol>
              </a:tblGrid>
              <a:tr h="242916">
                <a:tc>
                  <a:txBody>
                    <a:bodyPr/>
                    <a:lstStyle/>
                    <a:p>
                      <a:pPr>
                        <a:buNone/>
                      </a:pPr>
                      <a:r>
                        <a:rPr lang="en-IN" sz="1800"/>
                        <a:t>Command</a:t>
                      </a:r>
                    </a:p>
                  </a:txBody>
                  <a:tcPr anchor="ctr">
                    <a:lnL>
                      <a:noFill/>
                    </a:lnL>
                    <a:lnR>
                      <a:noFill/>
                    </a:lnR>
                    <a:lnT>
                      <a:noFill/>
                    </a:lnT>
                    <a:lnB>
                      <a:noFill/>
                    </a:lnB>
                    <a:noFill/>
                  </a:tcPr>
                </a:tc>
                <a:tc>
                  <a:txBody>
                    <a:bodyPr/>
                    <a:lstStyle/>
                    <a:p>
                      <a:pPr>
                        <a:buNone/>
                      </a:pPr>
                      <a:r>
                        <a:rPr lang="en-IN" sz="1800"/>
                        <a:t>Purpose</a:t>
                      </a:r>
                    </a:p>
                  </a:txBody>
                  <a:tcPr anchor="ctr">
                    <a:lnL>
                      <a:noFill/>
                    </a:lnL>
                    <a:lnR>
                      <a:noFill/>
                    </a:lnR>
                    <a:lnT>
                      <a:noFill/>
                    </a:lnT>
                    <a:lnB>
                      <a:noFill/>
                    </a:lnB>
                    <a:noFill/>
                  </a:tcPr>
                </a:tc>
                <a:extLst>
                  <a:ext uri="{0D108BD9-81ED-4DB2-BD59-A6C34878D82A}">
                    <a16:rowId xmlns:a16="http://schemas.microsoft.com/office/drawing/2014/main" val="2075855378"/>
                  </a:ext>
                </a:extLst>
              </a:tr>
              <a:tr h="242916">
                <a:tc>
                  <a:txBody>
                    <a:bodyPr/>
                    <a:lstStyle/>
                    <a:p>
                      <a:pPr>
                        <a:buNone/>
                      </a:pPr>
                      <a:r>
                        <a:rPr lang="en-IN" sz="1800">
                          <a:latin typeface="Courier New" panose="02070309020205020404" pitchFamily="49" charset="0"/>
                        </a:rPr>
                        <a:t>CREATE</a:t>
                      </a:r>
                      <a:endParaRPr lang="en-IN" sz="1800"/>
                    </a:p>
                  </a:txBody>
                  <a:tcPr anchor="ctr">
                    <a:lnL>
                      <a:noFill/>
                    </a:lnL>
                    <a:lnR>
                      <a:noFill/>
                    </a:lnR>
                    <a:lnT>
                      <a:noFill/>
                    </a:lnT>
                    <a:lnB>
                      <a:noFill/>
                    </a:lnB>
                    <a:noFill/>
                  </a:tcPr>
                </a:tc>
                <a:tc>
                  <a:txBody>
                    <a:bodyPr/>
                    <a:lstStyle/>
                    <a:p>
                      <a:pPr>
                        <a:buNone/>
                      </a:pPr>
                      <a:r>
                        <a:rPr lang="en-US" sz="1800" dirty="0"/>
                        <a:t>Creates a new database object (table, view, index)</a:t>
                      </a:r>
                    </a:p>
                  </a:txBody>
                  <a:tcPr anchor="ctr">
                    <a:lnL>
                      <a:noFill/>
                    </a:lnL>
                    <a:lnR>
                      <a:noFill/>
                    </a:lnR>
                    <a:lnT>
                      <a:noFill/>
                    </a:lnT>
                    <a:lnB>
                      <a:noFill/>
                    </a:lnB>
                    <a:noFill/>
                  </a:tcPr>
                </a:tc>
                <a:extLst>
                  <a:ext uri="{0D108BD9-81ED-4DB2-BD59-A6C34878D82A}">
                    <a16:rowId xmlns:a16="http://schemas.microsoft.com/office/drawing/2014/main" val="653392143"/>
                  </a:ext>
                </a:extLst>
              </a:tr>
              <a:tr h="242916">
                <a:tc>
                  <a:txBody>
                    <a:bodyPr/>
                    <a:lstStyle/>
                    <a:p>
                      <a:pPr>
                        <a:buNone/>
                      </a:pPr>
                      <a:r>
                        <a:rPr lang="en-IN" sz="1800" dirty="0">
                          <a:latin typeface="Courier New" panose="02070309020205020404" pitchFamily="49" charset="0"/>
                        </a:rPr>
                        <a:t>ALTER</a:t>
                      </a:r>
                      <a:endParaRPr lang="en-IN" sz="1800" dirty="0"/>
                    </a:p>
                  </a:txBody>
                  <a:tcPr anchor="ctr">
                    <a:lnL>
                      <a:noFill/>
                    </a:lnL>
                    <a:lnR>
                      <a:noFill/>
                    </a:lnR>
                    <a:lnT>
                      <a:noFill/>
                    </a:lnT>
                    <a:lnB>
                      <a:noFill/>
                    </a:lnB>
                    <a:noFill/>
                  </a:tcPr>
                </a:tc>
                <a:tc>
                  <a:txBody>
                    <a:bodyPr/>
                    <a:lstStyle/>
                    <a:p>
                      <a:pPr>
                        <a:buNone/>
                      </a:pPr>
                      <a:r>
                        <a:rPr lang="en-US" sz="1800"/>
                        <a:t>Modifies an existing database object</a:t>
                      </a:r>
                    </a:p>
                  </a:txBody>
                  <a:tcPr anchor="ctr">
                    <a:lnL>
                      <a:noFill/>
                    </a:lnL>
                    <a:lnR>
                      <a:noFill/>
                    </a:lnR>
                    <a:lnT>
                      <a:noFill/>
                    </a:lnT>
                    <a:lnB>
                      <a:noFill/>
                    </a:lnB>
                    <a:noFill/>
                  </a:tcPr>
                </a:tc>
                <a:extLst>
                  <a:ext uri="{0D108BD9-81ED-4DB2-BD59-A6C34878D82A}">
                    <a16:rowId xmlns:a16="http://schemas.microsoft.com/office/drawing/2014/main" val="4190399928"/>
                  </a:ext>
                </a:extLst>
              </a:tr>
              <a:tr h="242916">
                <a:tc>
                  <a:txBody>
                    <a:bodyPr/>
                    <a:lstStyle/>
                    <a:p>
                      <a:pPr>
                        <a:buNone/>
                      </a:pPr>
                      <a:r>
                        <a:rPr lang="en-IN" sz="1800" dirty="0">
                          <a:latin typeface="Courier New" panose="02070309020205020404" pitchFamily="49" charset="0"/>
                        </a:rPr>
                        <a:t>DROP</a:t>
                      </a:r>
                      <a:endParaRPr lang="en-IN" sz="1800" dirty="0"/>
                    </a:p>
                  </a:txBody>
                  <a:tcPr anchor="ctr">
                    <a:lnL>
                      <a:noFill/>
                    </a:lnL>
                    <a:lnR>
                      <a:noFill/>
                    </a:lnR>
                    <a:lnT>
                      <a:noFill/>
                    </a:lnT>
                    <a:lnB>
                      <a:noFill/>
                    </a:lnB>
                    <a:noFill/>
                  </a:tcPr>
                </a:tc>
                <a:tc>
                  <a:txBody>
                    <a:bodyPr/>
                    <a:lstStyle/>
                    <a:p>
                      <a:pPr>
                        <a:buNone/>
                      </a:pPr>
                      <a:r>
                        <a:rPr lang="en-IN" sz="1800"/>
                        <a:t>Permanently deletes a database object</a:t>
                      </a:r>
                    </a:p>
                  </a:txBody>
                  <a:tcPr anchor="ctr">
                    <a:lnL>
                      <a:noFill/>
                    </a:lnL>
                    <a:lnR>
                      <a:noFill/>
                    </a:lnR>
                    <a:lnT>
                      <a:noFill/>
                    </a:lnT>
                    <a:lnB>
                      <a:noFill/>
                    </a:lnB>
                    <a:noFill/>
                  </a:tcPr>
                </a:tc>
                <a:extLst>
                  <a:ext uri="{0D108BD9-81ED-4DB2-BD59-A6C34878D82A}">
                    <a16:rowId xmlns:a16="http://schemas.microsoft.com/office/drawing/2014/main" val="452144907"/>
                  </a:ext>
                </a:extLst>
              </a:tr>
              <a:tr h="259137">
                <a:tc>
                  <a:txBody>
                    <a:bodyPr/>
                    <a:lstStyle/>
                    <a:p>
                      <a:pPr>
                        <a:buNone/>
                      </a:pPr>
                      <a:r>
                        <a:rPr lang="en-IN" sz="1800" dirty="0">
                          <a:latin typeface="Courier New" panose="02070309020205020404" pitchFamily="49" charset="0"/>
                        </a:rPr>
                        <a:t>TRUNCATE</a:t>
                      </a:r>
                      <a:endParaRPr lang="en-IN" sz="1800" dirty="0"/>
                    </a:p>
                  </a:txBody>
                  <a:tcPr anchor="ctr">
                    <a:lnL>
                      <a:noFill/>
                    </a:lnL>
                    <a:lnR>
                      <a:noFill/>
                    </a:lnR>
                    <a:lnT>
                      <a:noFill/>
                    </a:lnT>
                    <a:lnB>
                      <a:noFill/>
                    </a:lnB>
                    <a:noFill/>
                  </a:tcPr>
                </a:tc>
                <a:tc>
                  <a:txBody>
                    <a:bodyPr/>
                    <a:lstStyle/>
                    <a:p>
                      <a:pPr>
                        <a:buNone/>
                      </a:pPr>
                      <a:r>
                        <a:rPr lang="en-US" sz="1800" dirty="0"/>
                        <a:t>Removes all rows from a table but keeps its structure</a:t>
                      </a:r>
                    </a:p>
                  </a:txBody>
                  <a:tcPr anchor="ctr">
                    <a:lnL>
                      <a:noFill/>
                    </a:lnL>
                    <a:lnR>
                      <a:noFill/>
                    </a:lnR>
                    <a:lnT>
                      <a:noFill/>
                    </a:lnT>
                    <a:lnB>
                      <a:noFill/>
                    </a:lnB>
                    <a:noFill/>
                  </a:tcPr>
                </a:tc>
                <a:extLst>
                  <a:ext uri="{0D108BD9-81ED-4DB2-BD59-A6C34878D82A}">
                    <a16:rowId xmlns:a16="http://schemas.microsoft.com/office/drawing/2014/main" val="136215647"/>
                  </a:ext>
                </a:extLst>
              </a:tr>
              <a:tr h="242916">
                <a:tc>
                  <a:txBody>
                    <a:bodyPr/>
                    <a:lstStyle/>
                    <a:p>
                      <a:pPr>
                        <a:buNone/>
                      </a:pPr>
                      <a:r>
                        <a:rPr lang="en-IN" sz="1800">
                          <a:latin typeface="Courier New" panose="02070309020205020404" pitchFamily="49" charset="0"/>
                        </a:rPr>
                        <a:t>RENAME</a:t>
                      </a:r>
                      <a:endParaRPr lang="en-IN" sz="1800"/>
                    </a:p>
                  </a:txBody>
                  <a:tcPr anchor="ctr">
                    <a:lnL>
                      <a:noFill/>
                    </a:lnL>
                    <a:lnR>
                      <a:noFill/>
                    </a:lnR>
                    <a:lnT>
                      <a:noFill/>
                    </a:lnT>
                    <a:lnB>
                      <a:noFill/>
                    </a:lnB>
                    <a:noFill/>
                  </a:tcPr>
                </a:tc>
                <a:tc>
                  <a:txBody>
                    <a:bodyPr/>
                    <a:lstStyle/>
                    <a:p>
                      <a:pPr>
                        <a:buNone/>
                      </a:pPr>
                      <a:r>
                        <a:rPr lang="en-IN" sz="1800" dirty="0"/>
                        <a:t>Renames an existing database object</a:t>
                      </a:r>
                    </a:p>
                  </a:txBody>
                  <a:tcPr anchor="ctr">
                    <a:lnL>
                      <a:noFill/>
                    </a:lnL>
                    <a:lnR>
                      <a:noFill/>
                    </a:lnR>
                    <a:lnT>
                      <a:noFill/>
                    </a:lnT>
                    <a:lnB>
                      <a:noFill/>
                    </a:lnB>
                    <a:noFill/>
                  </a:tcPr>
                </a:tc>
                <a:extLst>
                  <a:ext uri="{0D108BD9-81ED-4DB2-BD59-A6C34878D82A}">
                    <a16:rowId xmlns:a16="http://schemas.microsoft.com/office/drawing/2014/main" val="3624494839"/>
                  </a:ext>
                </a:extLst>
              </a:tr>
            </a:tbl>
          </a:graphicData>
        </a:graphic>
      </p:graphicFrame>
      <p:sp>
        <p:nvSpPr>
          <p:cNvPr id="12" name="Rectangle 2">
            <a:extLst>
              <a:ext uri="{FF2B5EF4-FFF2-40B4-BE49-F238E27FC236}">
                <a16:creationId xmlns:a16="http://schemas.microsoft.com/office/drawing/2014/main" id="{01528097-BB7E-3F20-A01C-065A8C7F7C37}"/>
              </a:ext>
            </a:extLst>
          </p:cNvPr>
          <p:cNvSpPr>
            <a:spLocks noChangeArrowheads="1"/>
          </p:cNvSpPr>
          <p:nvPr/>
        </p:nvSpPr>
        <p:spPr bwMode="auto">
          <a:xfrm>
            <a:off x="904240" y="2323148"/>
            <a:ext cx="7661261"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Key DDL Commands: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4">
            <a:extLst>
              <a:ext uri="{FF2B5EF4-FFF2-40B4-BE49-F238E27FC236}">
                <a16:creationId xmlns:a16="http://schemas.microsoft.com/office/drawing/2014/main" id="{16704D0D-EBFD-46C4-D300-E679EB5D4118}"/>
              </a:ext>
            </a:extLst>
          </p:cNvPr>
          <p:cNvSpPr>
            <a:spLocks noChangeArrowheads="1"/>
          </p:cNvSpPr>
          <p:nvPr/>
        </p:nvSpPr>
        <p:spPr bwMode="auto">
          <a:xfrm>
            <a:off x="904240" y="4619993"/>
            <a:ext cx="929773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highlight>
                <a:srgbClr val="F5CDCE"/>
              </a:highlight>
              <a:latin typeface="Aptos Narrow"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highlight>
                  <a:srgbClr val="F5CDCE"/>
                </a:highlight>
                <a:latin typeface="Aptos Narrow" panose="020B0004020202020204" pitchFamily="34" charset="0"/>
              </a:rPr>
              <a:t>DDL commands are </a:t>
            </a:r>
            <a:r>
              <a:rPr kumimoji="0" lang="en-US" altLang="en-US" sz="1800" b="1" i="0" u="none" strike="noStrike" cap="none" normalizeH="0" baseline="0" dirty="0">
                <a:ln>
                  <a:noFill/>
                </a:ln>
                <a:solidFill>
                  <a:schemeClr val="tx1"/>
                </a:solidFill>
                <a:effectLst/>
                <a:highlight>
                  <a:srgbClr val="F5CDCE"/>
                </a:highlight>
                <a:latin typeface="Aptos Narrow" panose="020B0004020202020204" pitchFamily="34" charset="0"/>
              </a:rPr>
              <a:t>auto-committed</a:t>
            </a:r>
            <a:r>
              <a:rPr kumimoji="0" lang="en-US" altLang="en-US" sz="1800" b="0" i="0" u="none" strike="noStrike" cap="none" normalizeH="0" baseline="0" dirty="0">
                <a:ln>
                  <a:noFill/>
                </a:ln>
                <a:solidFill>
                  <a:schemeClr val="tx1"/>
                </a:solidFill>
                <a:effectLst/>
                <a:highlight>
                  <a:srgbClr val="F5CDCE"/>
                </a:highlight>
                <a:latin typeface="Aptos Narrow" panose="020B0004020202020204" pitchFamily="34" charset="0"/>
              </a:rPr>
              <a:t> — changes are saved immediately and cannot be rolled back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highlight>
                  <a:srgbClr val="F5CDCE"/>
                </a:highlight>
                <a:latin typeface="Aptos Narrow" panose="020B0004020202020204" pitchFamily="34" charset="0"/>
              </a:rPr>
              <a:t>DDL defines the </a:t>
            </a:r>
            <a:r>
              <a:rPr kumimoji="0" lang="en-US" altLang="en-US" sz="1800" b="1" i="0" u="none" strike="noStrike" cap="none" normalizeH="0" baseline="0" dirty="0">
                <a:ln>
                  <a:noFill/>
                </a:ln>
                <a:solidFill>
                  <a:schemeClr val="tx1"/>
                </a:solidFill>
                <a:effectLst/>
                <a:highlight>
                  <a:srgbClr val="F5CDCE"/>
                </a:highlight>
                <a:latin typeface="Aptos Narrow" panose="020B0004020202020204" pitchFamily="34" charset="0"/>
              </a:rPr>
              <a:t>schema</a:t>
            </a:r>
            <a:r>
              <a:rPr kumimoji="0" lang="en-US" altLang="en-US" sz="1800" b="0" i="0" u="none" strike="noStrike" cap="none" normalizeH="0" baseline="0" dirty="0">
                <a:ln>
                  <a:noFill/>
                </a:ln>
                <a:solidFill>
                  <a:schemeClr val="tx1"/>
                </a:solidFill>
                <a:effectLst/>
                <a:highlight>
                  <a:srgbClr val="F5CDCE"/>
                </a:highlight>
                <a:latin typeface="Aptos Narrow" panose="020B0004020202020204" pitchFamily="34" charset="0"/>
              </a:rPr>
              <a:t> of the database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highlight>
                  <a:srgbClr val="F5CDCE"/>
                </a:highlight>
                <a:latin typeface="Aptos Narrow" panose="020B0004020202020204" pitchFamily="34" charset="0"/>
              </a:rPr>
              <a:t>DDL commands affect the </a:t>
            </a:r>
            <a:r>
              <a:rPr kumimoji="0" lang="en-US" altLang="en-US" sz="1800" b="1" i="0" u="none" strike="noStrike" cap="none" normalizeH="0" baseline="0" dirty="0">
                <a:ln>
                  <a:noFill/>
                </a:ln>
                <a:solidFill>
                  <a:schemeClr val="tx1"/>
                </a:solidFill>
                <a:effectLst/>
                <a:highlight>
                  <a:srgbClr val="F5CDCE"/>
                </a:highlight>
                <a:latin typeface="Aptos Narrow" panose="020B0004020202020204" pitchFamily="34" charset="0"/>
              </a:rPr>
              <a:t>metadata</a:t>
            </a:r>
            <a:r>
              <a:rPr kumimoji="0" lang="en-US" altLang="en-US" sz="1800" b="0" i="0" u="none" strike="noStrike" cap="none" normalizeH="0" baseline="0" dirty="0">
                <a:ln>
                  <a:noFill/>
                </a:ln>
                <a:solidFill>
                  <a:schemeClr val="tx1"/>
                </a:solidFill>
                <a:effectLst/>
                <a:highlight>
                  <a:srgbClr val="F5CDCE"/>
                </a:highlight>
                <a:latin typeface="Aptos Narrow" panose="020B0004020202020204" pitchFamily="34" charset="0"/>
              </a:rPr>
              <a:t> stored in the data dictionary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highlight>
                  <a:srgbClr val="F5CDCE"/>
                </a:highlight>
                <a:latin typeface="Aptos Narrow" panose="020B0004020202020204" pitchFamily="34" charset="0"/>
              </a:rPr>
              <a:t>Constraints like </a:t>
            </a:r>
            <a:r>
              <a:rPr kumimoji="0" lang="en-US" altLang="en-US" sz="1200" b="1" i="0" u="none" strike="noStrike" cap="none" normalizeH="0" baseline="0" dirty="0">
                <a:ln>
                  <a:noFill/>
                </a:ln>
                <a:solidFill>
                  <a:schemeClr val="tx1"/>
                </a:solidFill>
                <a:effectLst/>
                <a:highlight>
                  <a:srgbClr val="F5CDCE"/>
                </a:highlight>
                <a:latin typeface="Aptos Narrow" panose="020B0004020202020204" pitchFamily="34" charset="0"/>
              </a:rPr>
              <a:t>PRIMARY KEY</a:t>
            </a:r>
            <a:r>
              <a:rPr kumimoji="0" lang="en-US" altLang="en-US" sz="1050" b="1" i="0" u="none" strike="noStrike" cap="none" normalizeH="0" baseline="0" dirty="0">
                <a:ln>
                  <a:noFill/>
                </a:ln>
                <a:solidFill>
                  <a:schemeClr val="tx1"/>
                </a:solidFill>
                <a:effectLst/>
                <a:highlight>
                  <a:srgbClr val="F5CDCE"/>
                </a:highlight>
                <a:latin typeface="Aptos Narrow" panose="020B0004020202020204" pitchFamily="34" charset="0"/>
              </a:rPr>
              <a:t>, </a:t>
            </a:r>
            <a:r>
              <a:rPr kumimoji="0" lang="en-US" altLang="en-US" sz="1200" b="1" i="0" u="none" strike="noStrike" cap="none" normalizeH="0" baseline="0" dirty="0">
                <a:ln>
                  <a:noFill/>
                </a:ln>
                <a:solidFill>
                  <a:schemeClr val="tx1"/>
                </a:solidFill>
                <a:effectLst/>
                <a:highlight>
                  <a:srgbClr val="F5CDCE"/>
                </a:highlight>
                <a:latin typeface="Aptos Narrow" panose="020B0004020202020204" pitchFamily="34" charset="0"/>
              </a:rPr>
              <a:t>FOREIGN KEY</a:t>
            </a:r>
            <a:r>
              <a:rPr kumimoji="0" lang="en-US" altLang="en-US" sz="1050" b="1" i="0" u="none" strike="noStrike" cap="none" normalizeH="0" baseline="0" dirty="0">
                <a:ln>
                  <a:noFill/>
                </a:ln>
                <a:solidFill>
                  <a:schemeClr val="tx1"/>
                </a:solidFill>
                <a:effectLst/>
                <a:highlight>
                  <a:srgbClr val="F5CDCE"/>
                </a:highlight>
                <a:latin typeface="Aptos Narrow" panose="020B0004020202020204" pitchFamily="34" charset="0"/>
              </a:rPr>
              <a:t>, </a:t>
            </a:r>
            <a:r>
              <a:rPr kumimoji="0" lang="en-US" altLang="en-US" sz="1200" b="1" i="0" u="none" strike="noStrike" cap="none" normalizeH="0" baseline="0" dirty="0">
                <a:ln>
                  <a:noFill/>
                </a:ln>
                <a:solidFill>
                  <a:schemeClr val="tx1"/>
                </a:solidFill>
                <a:effectLst/>
                <a:highlight>
                  <a:srgbClr val="F5CDCE"/>
                </a:highlight>
                <a:latin typeface="Aptos Narrow" panose="020B0004020202020204" pitchFamily="34" charset="0"/>
              </a:rPr>
              <a:t>UNIQUE</a:t>
            </a:r>
            <a:r>
              <a:rPr kumimoji="0" lang="en-US" altLang="en-US" sz="1050" b="1" i="0" u="none" strike="noStrike" cap="none" normalizeH="0" baseline="0" dirty="0">
                <a:ln>
                  <a:noFill/>
                </a:ln>
                <a:solidFill>
                  <a:schemeClr val="tx1"/>
                </a:solidFill>
                <a:effectLst/>
                <a:highlight>
                  <a:srgbClr val="F5CDCE"/>
                </a:highlight>
                <a:latin typeface="Aptos Narrow" panose="020B0004020202020204" pitchFamily="34" charset="0"/>
              </a:rPr>
              <a:t>, </a:t>
            </a:r>
            <a:r>
              <a:rPr kumimoji="0" lang="en-US" altLang="en-US" sz="1200" b="1" i="0" u="none" strike="noStrike" cap="none" normalizeH="0" baseline="0" dirty="0">
                <a:ln>
                  <a:noFill/>
                </a:ln>
                <a:solidFill>
                  <a:schemeClr val="tx1"/>
                </a:solidFill>
                <a:effectLst/>
                <a:highlight>
                  <a:srgbClr val="F5CDCE"/>
                </a:highlight>
                <a:latin typeface="Aptos Narrow" panose="020B0004020202020204" pitchFamily="34" charset="0"/>
              </a:rPr>
              <a:t>NOT NULL</a:t>
            </a:r>
            <a:r>
              <a:rPr kumimoji="0" lang="en-US" altLang="en-US" sz="1050" b="1" i="0" u="none" strike="noStrike" cap="none" normalizeH="0" baseline="0" dirty="0">
                <a:ln>
                  <a:noFill/>
                </a:ln>
                <a:solidFill>
                  <a:schemeClr val="tx1"/>
                </a:solidFill>
                <a:effectLst/>
                <a:highlight>
                  <a:srgbClr val="F5CDCE"/>
                </a:highlight>
                <a:latin typeface="Aptos Narrow" panose="020B0004020202020204" pitchFamily="34" charset="0"/>
              </a:rPr>
              <a:t>, and </a:t>
            </a:r>
            <a:r>
              <a:rPr kumimoji="0" lang="en-US" altLang="en-US" sz="1200" b="1" i="0" u="none" strike="noStrike" cap="none" normalizeH="0" baseline="0" dirty="0">
                <a:ln>
                  <a:noFill/>
                </a:ln>
                <a:solidFill>
                  <a:schemeClr val="tx1"/>
                </a:solidFill>
                <a:effectLst/>
                <a:highlight>
                  <a:srgbClr val="F5CDCE"/>
                </a:highlight>
                <a:latin typeface="Aptos Narrow" panose="020B0004020202020204" pitchFamily="34" charset="0"/>
              </a:rPr>
              <a:t>CHECK</a:t>
            </a:r>
            <a:r>
              <a:rPr kumimoji="0" lang="en-US" altLang="en-US" sz="1050" b="1" i="0" u="none" strike="noStrike" cap="none" normalizeH="0" baseline="0" dirty="0">
                <a:ln>
                  <a:noFill/>
                </a:ln>
                <a:solidFill>
                  <a:schemeClr val="tx1"/>
                </a:solidFill>
                <a:effectLst/>
                <a:highlight>
                  <a:srgbClr val="F5CDCE"/>
                </a:highlight>
                <a:latin typeface="Aptos Narrow" panose="020B0004020202020204" pitchFamily="34" charset="0"/>
              </a:rPr>
              <a:t> are enforced through DDL</a:t>
            </a:r>
            <a:r>
              <a:rPr kumimoji="0" lang="en-US" altLang="en-US" sz="2800" b="1" i="0" u="none" strike="noStrike" cap="none" normalizeH="0" baseline="0" dirty="0">
                <a:ln>
                  <a:noFill/>
                </a:ln>
                <a:solidFill>
                  <a:schemeClr val="tx1"/>
                </a:solidFill>
                <a:effectLst/>
                <a:highlight>
                  <a:srgbClr val="F5CDCE"/>
                </a:highlight>
                <a:latin typeface="Aptos Narrow" panose="020B0004020202020204" pitchFamily="34" charset="0"/>
              </a:rPr>
              <a:t> </a:t>
            </a:r>
            <a:endParaRPr kumimoji="0" lang="en-US" altLang="en-US" sz="1800" b="1" i="0" u="none" strike="noStrike" cap="none" normalizeH="0" baseline="0" dirty="0">
              <a:ln>
                <a:noFill/>
              </a:ln>
              <a:solidFill>
                <a:schemeClr val="tx1"/>
              </a:solidFill>
              <a:effectLst/>
              <a:highlight>
                <a:srgbClr val="F5CDCE"/>
              </a:highlight>
              <a:latin typeface="Aptos Narrow" panose="020B0004020202020204" pitchFamily="34" charset="0"/>
            </a:endParaRPr>
          </a:p>
        </p:txBody>
      </p:sp>
    </p:spTree>
    <p:extLst>
      <p:ext uri="{BB962C8B-B14F-4D97-AF65-F5344CB8AC3E}">
        <p14:creationId xmlns:p14="http://schemas.microsoft.com/office/powerpoint/2010/main" val="22059239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additive="base">
                                        <p:cTn id="14" dur="500" fill="hold"/>
                                        <p:tgtEl>
                                          <p:spTgt spid="12"/>
                                        </p:tgtEl>
                                        <p:attrNameLst>
                                          <p:attrName>ppt_x</p:attrName>
                                        </p:attrNameLst>
                                      </p:cBhvr>
                                      <p:tavLst>
                                        <p:tav tm="0">
                                          <p:val>
                                            <p:strVal val="#ppt_x"/>
                                          </p:val>
                                        </p:tav>
                                        <p:tav tm="100000">
                                          <p:val>
                                            <p:strVal val="#ppt_x"/>
                                          </p:val>
                                        </p:tav>
                                      </p:tavLst>
                                    </p:anim>
                                    <p:anim calcmode="lin" valueType="num">
                                      <p:cBhvr additive="base">
                                        <p:cTn id="15"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ppt_x"/>
                                          </p:val>
                                        </p:tav>
                                        <p:tav tm="100000">
                                          <p:val>
                                            <p:strVal val="#ppt_x"/>
                                          </p:val>
                                        </p:tav>
                                      </p:tavLst>
                                    </p:anim>
                                    <p:anim calcmode="lin" valueType="num">
                                      <p:cBhvr additive="base">
                                        <p:cTn id="2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additive="base">
                                        <p:cTn id="26" dur="500" fill="hold"/>
                                        <p:tgtEl>
                                          <p:spTgt spid="14"/>
                                        </p:tgtEl>
                                        <p:attrNameLst>
                                          <p:attrName>ppt_x</p:attrName>
                                        </p:attrNameLst>
                                      </p:cBhvr>
                                      <p:tavLst>
                                        <p:tav tm="0">
                                          <p:val>
                                            <p:strVal val="#ppt_x"/>
                                          </p:val>
                                        </p:tav>
                                        <p:tav tm="100000">
                                          <p:val>
                                            <p:strVal val="#ppt_x"/>
                                          </p:val>
                                        </p:tav>
                                      </p:tavLst>
                                    </p:anim>
                                    <p:anim calcmode="lin" valueType="num">
                                      <p:cBhvr additive="base">
                                        <p:cTn id="27"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92AAED1-34AA-2968-874E-11376790E6A8}"/>
              </a:ext>
            </a:extLst>
          </p:cNvPr>
          <p:cNvSpPr>
            <a:spLocks noGrp="1"/>
          </p:cNvSpPr>
          <p:nvPr>
            <p:ph type="sldNum" sz="quarter" idx="10"/>
          </p:nvPr>
        </p:nvSpPr>
        <p:spPr/>
        <p:txBody>
          <a:bodyPr/>
          <a:lstStyle/>
          <a:p>
            <a:fld id="{48F63A3B-78C7-47BE-AE5E-E10140E04643}" type="slidenum">
              <a:rPr lang="en-US" smtClean="0"/>
              <a:pPr/>
              <a:t>24</a:t>
            </a:fld>
            <a:endParaRPr lang="en-US" dirty="0"/>
          </a:p>
        </p:txBody>
      </p:sp>
      <p:sp>
        <p:nvSpPr>
          <p:cNvPr id="10" name="TextBox 9">
            <a:extLst>
              <a:ext uri="{FF2B5EF4-FFF2-40B4-BE49-F238E27FC236}">
                <a16:creationId xmlns:a16="http://schemas.microsoft.com/office/drawing/2014/main" id="{CAE3B3EC-7A5B-3944-1DEC-38EE8B7FAA22}"/>
              </a:ext>
            </a:extLst>
          </p:cNvPr>
          <p:cNvSpPr txBox="1"/>
          <p:nvPr/>
        </p:nvSpPr>
        <p:spPr>
          <a:xfrm>
            <a:off x="708107" y="5754470"/>
            <a:ext cx="10775786" cy="646331"/>
          </a:xfrm>
          <a:prstGeom prst="rect">
            <a:avLst/>
          </a:prstGeom>
          <a:noFill/>
        </p:spPr>
        <p:txBody>
          <a:bodyPr wrap="square">
            <a:spAutoFit/>
          </a:bodyPr>
          <a:lstStyle/>
          <a:p>
            <a:r>
              <a:rPr lang="en-US" b="1" dirty="0"/>
              <a:t>NOTE: </a:t>
            </a:r>
            <a:r>
              <a:rPr lang="en-US" dirty="0"/>
              <a:t>Constraints are rules applied to columns in a table to enforce </a:t>
            </a:r>
            <a:r>
              <a:rPr lang="en-US" b="1" dirty="0"/>
              <a:t>data integrity</a:t>
            </a:r>
            <a:r>
              <a:rPr lang="en-US" dirty="0"/>
              <a:t> and ensure the accuracy and reliability of data in the database.</a:t>
            </a:r>
            <a:endParaRPr lang="en-IN" dirty="0"/>
          </a:p>
        </p:txBody>
      </p:sp>
      <p:pic>
        <p:nvPicPr>
          <p:cNvPr id="12" name="Picture 11">
            <a:extLst>
              <a:ext uri="{FF2B5EF4-FFF2-40B4-BE49-F238E27FC236}">
                <a16:creationId xmlns:a16="http://schemas.microsoft.com/office/drawing/2014/main" id="{A24AE945-B217-251E-FEFF-8AB5CC8C5A86}"/>
              </a:ext>
            </a:extLst>
          </p:cNvPr>
          <p:cNvPicPr>
            <a:picLocks noChangeAspect="1"/>
          </p:cNvPicPr>
          <p:nvPr/>
        </p:nvPicPr>
        <p:blipFill>
          <a:blip r:embed="rId2"/>
          <a:stretch>
            <a:fillRect/>
          </a:stretch>
        </p:blipFill>
        <p:spPr>
          <a:xfrm>
            <a:off x="1575481" y="283278"/>
            <a:ext cx="9488760" cy="2848373"/>
          </a:xfrm>
          <a:prstGeom prst="rect">
            <a:avLst/>
          </a:prstGeom>
        </p:spPr>
      </p:pic>
      <p:pic>
        <p:nvPicPr>
          <p:cNvPr id="14" name="Picture 13">
            <a:extLst>
              <a:ext uri="{FF2B5EF4-FFF2-40B4-BE49-F238E27FC236}">
                <a16:creationId xmlns:a16="http://schemas.microsoft.com/office/drawing/2014/main" id="{5E9F7C6F-D57C-F88C-A1DA-90956856287A}"/>
              </a:ext>
            </a:extLst>
          </p:cNvPr>
          <p:cNvPicPr>
            <a:picLocks noChangeAspect="1"/>
          </p:cNvPicPr>
          <p:nvPr/>
        </p:nvPicPr>
        <p:blipFill>
          <a:blip r:embed="rId3"/>
          <a:stretch>
            <a:fillRect/>
          </a:stretch>
        </p:blipFill>
        <p:spPr>
          <a:xfrm>
            <a:off x="1359493" y="3326521"/>
            <a:ext cx="9735909" cy="2143424"/>
          </a:xfrm>
          <a:prstGeom prst="rect">
            <a:avLst/>
          </a:prstGeom>
        </p:spPr>
      </p:pic>
    </p:spTree>
    <p:extLst>
      <p:ext uri="{BB962C8B-B14F-4D97-AF65-F5344CB8AC3E}">
        <p14:creationId xmlns:p14="http://schemas.microsoft.com/office/powerpoint/2010/main" val="4235610533"/>
      </p:ext>
    </p:extLst>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B89A0F-C181-6865-5575-057966AEE5F3}"/>
              </a:ext>
            </a:extLst>
          </p:cNvPr>
          <p:cNvSpPr>
            <a:spLocks noGrp="1"/>
          </p:cNvSpPr>
          <p:nvPr>
            <p:ph type="sldNum" sz="quarter" idx="10"/>
          </p:nvPr>
        </p:nvSpPr>
        <p:spPr/>
        <p:txBody>
          <a:bodyPr/>
          <a:lstStyle/>
          <a:p>
            <a:fld id="{48F63A3B-78C7-47BE-AE5E-E10140E04643}" type="slidenum">
              <a:rPr lang="en-US" smtClean="0"/>
              <a:pPr/>
              <a:t>25</a:t>
            </a:fld>
            <a:endParaRPr lang="en-US" dirty="0"/>
          </a:p>
        </p:txBody>
      </p:sp>
      <p:pic>
        <p:nvPicPr>
          <p:cNvPr id="6" name="Picture 5">
            <a:extLst>
              <a:ext uri="{FF2B5EF4-FFF2-40B4-BE49-F238E27FC236}">
                <a16:creationId xmlns:a16="http://schemas.microsoft.com/office/drawing/2014/main" id="{A7A64CD9-B479-F084-0CD4-8AB74B595D68}"/>
              </a:ext>
            </a:extLst>
          </p:cNvPr>
          <p:cNvPicPr>
            <a:picLocks noChangeAspect="1"/>
          </p:cNvPicPr>
          <p:nvPr/>
        </p:nvPicPr>
        <p:blipFill>
          <a:blip r:embed="rId2"/>
          <a:stretch>
            <a:fillRect/>
          </a:stretch>
        </p:blipFill>
        <p:spPr>
          <a:xfrm>
            <a:off x="345441" y="1464370"/>
            <a:ext cx="5405119" cy="4591691"/>
          </a:xfrm>
          <a:prstGeom prst="rect">
            <a:avLst/>
          </a:prstGeom>
        </p:spPr>
      </p:pic>
      <p:sp>
        <p:nvSpPr>
          <p:cNvPr id="7" name="TextBox 6">
            <a:extLst>
              <a:ext uri="{FF2B5EF4-FFF2-40B4-BE49-F238E27FC236}">
                <a16:creationId xmlns:a16="http://schemas.microsoft.com/office/drawing/2014/main" id="{1D806619-18F9-67C7-321B-2F2ED492F844}"/>
              </a:ext>
            </a:extLst>
          </p:cNvPr>
          <p:cNvSpPr txBox="1"/>
          <p:nvPr/>
        </p:nvSpPr>
        <p:spPr>
          <a:xfrm>
            <a:off x="1117600" y="780015"/>
            <a:ext cx="6146800" cy="461665"/>
          </a:xfrm>
          <a:prstGeom prst="rect">
            <a:avLst/>
          </a:prstGeom>
          <a:noFill/>
        </p:spPr>
        <p:txBody>
          <a:bodyPr wrap="square" rtlCol="0">
            <a:spAutoFit/>
          </a:bodyPr>
          <a:lstStyle/>
          <a:p>
            <a:r>
              <a:rPr lang="en-IN" sz="2400" dirty="0">
                <a:solidFill>
                  <a:schemeClr val="accent6">
                    <a:lumMod val="75000"/>
                  </a:schemeClr>
                </a:solidFill>
              </a:rPr>
              <a:t>DCL QUERIES</a:t>
            </a:r>
            <a:r>
              <a:rPr lang="en-IN" dirty="0"/>
              <a:t>:</a:t>
            </a:r>
          </a:p>
        </p:txBody>
      </p:sp>
      <p:sp>
        <p:nvSpPr>
          <p:cNvPr id="11" name="TextBox 10">
            <a:extLst>
              <a:ext uri="{FF2B5EF4-FFF2-40B4-BE49-F238E27FC236}">
                <a16:creationId xmlns:a16="http://schemas.microsoft.com/office/drawing/2014/main" id="{5B02201F-0540-B0AC-938C-BA8FA311B0D6}"/>
              </a:ext>
            </a:extLst>
          </p:cNvPr>
          <p:cNvSpPr txBox="1"/>
          <p:nvPr/>
        </p:nvSpPr>
        <p:spPr>
          <a:xfrm>
            <a:off x="5902960" y="977748"/>
            <a:ext cx="5603240" cy="5078313"/>
          </a:xfrm>
          <a:prstGeom prst="rect">
            <a:avLst/>
          </a:prstGeom>
          <a:noFill/>
        </p:spPr>
        <p:txBody>
          <a:bodyPr wrap="square">
            <a:spAutoFit/>
          </a:bodyPr>
          <a:lstStyle/>
          <a:p>
            <a:r>
              <a:rPr lang="en-US" dirty="0">
                <a:latin typeface="Aptos Narrow" panose="020B0004020202020204" pitchFamily="34" charset="0"/>
              </a:rPr>
              <a:t>DCL stands for </a:t>
            </a:r>
            <a:r>
              <a:rPr lang="en-US" b="1" dirty="0">
                <a:latin typeface="Aptos Narrow" panose="020B0004020202020204" pitchFamily="34" charset="0"/>
              </a:rPr>
              <a:t>Data Control Language</a:t>
            </a:r>
            <a:r>
              <a:rPr lang="en-US" dirty="0">
                <a:latin typeface="Aptos Narrow" panose="020B0004020202020204" pitchFamily="34" charset="0"/>
              </a:rPr>
              <a:t>, a subset of SQL used to </a:t>
            </a:r>
            <a:r>
              <a:rPr lang="en-US" b="1" dirty="0">
                <a:latin typeface="Aptos Narrow" panose="020B0004020202020204" pitchFamily="34" charset="0"/>
              </a:rPr>
              <a:t>control access and permissions</a:t>
            </a:r>
            <a:r>
              <a:rPr lang="en-US" dirty="0">
                <a:latin typeface="Aptos Narrow" panose="020B0004020202020204" pitchFamily="34" charset="0"/>
              </a:rPr>
              <a:t> on the database. It has two main commands — </a:t>
            </a:r>
            <a:r>
              <a:rPr lang="en-US" b="1" dirty="0">
                <a:latin typeface="Aptos Narrow" panose="020B0004020202020204" pitchFamily="34" charset="0"/>
              </a:rPr>
              <a:t>GRANT</a:t>
            </a:r>
            <a:r>
              <a:rPr lang="en-US" dirty="0">
                <a:latin typeface="Aptos Narrow" panose="020B0004020202020204" pitchFamily="34" charset="0"/>
              </a:rPr>
              <a:t> which gives permissions to a user, and </a:t>
            </a:r>
            <a:r>
              <a:rPr lang="en-US" b="1" dirty="0">
                <a:latin typeface="Aptos Narrow" panose="020B0004020202020204" pitchFamily="34" charset="0"/>
              </a:rPr>
              <a:t>REVOKE</a:t>
            </a:r>
            <a:r>
              <a:rPr lang="en-US" dirty="0">
                <a:latin typeface="Aptos Narrow" panose="020B0004020202020204" pitchFamily="34" charset="0"/>
              </a:rPr>
              <a:t> which removes permissions from a user. </a:t>
            </a:r>
          </a:p>
          <a:p>
            <a:endParaRPr lang="en-US" dirty="0">
              <a:latin typeface="Aptos Narrow" panose="020B0004020202020204" pitchFamily="34" charset="0"/>
            </a:endParaRPr>
          </a:p>
          <a:p>
            <a:r>
              <a:rPr lang="en-US" dirty="0">
                <a:latin typeface="Aptos Narrow" panose="020B0004020202020204" pitchFamily="34" charset="0"/>
              </a:rPr>
              <a:t>In our bookstore project we created a role called </a:t>
            </a:r>
            <a:r>
              <a:rPr lang="en-US" dirty="0" err="1">
                <a:latin typeface="Aptos Narrow" panose="020B0004020202020204" pitchFamily="34" charset="0"/>
              </a:rPr>
              <a:t>data_analyst</a:t>
            </a:r>
            <a:r>
              <a:rPr lang="en-US" dirty="0">
                <a:latin typeface="Aptos Narrow" panose="020B0004020202020204" pitchFamily="34" charset="0"/>
              </a:rPr>
              <a:t> and granted only </a:t>
            </a:r>
            <a:r>
              <a:rPr lang="en-US" b="1" dirty="0">
                <a:latin typeface="Aptos Narrow" panose="020B0004020202020204" pitchFamily="34" charset="0"/>
              </a:rPr>
              <a:t>SELECT permission</a:t>
            </a:r>
            <a:r>
              <a:rPr lang="en-US" dirty="0">
                <a:latin typeface="Aptos Narrow" panose="020B0004020202020204" pitchFamily="34" charset="0"/>
              </a:rPr>
              <a:t> so the analyst can only read data but cannot insert, update or delete. </a:t>
            </a:r>
          </a:p>
          <a:p>
            <a:endParaRPr lang="en-US" dirty="0">
              <a:latin typeface="Aptos Narrow" panose="020B0004020202020204" pitchFamily="34" charset="0"/>
            </a:endParaRPr>
          </a:p>
          <a:p>
            <a:r>
              <a:rPr lang="en-US" dirty="0">
                <a:latin typeface="Aptos Narrow" panose="020B0004020202020204" pitchFamily="34" charset="0"/>
              </a:rPr>
              <a:t>We then assigned this role to </a:t>
            </a:r>
            <a:r>
              <a:rPr lang="en-US" dirty="0" err="1">
                <a:latin typeface="Aptos Narrow" panose="020B0004020202020204" pitchFamily="34" charset="0"/>
              </a:rPr>
              <a:t>analyst_user</a:t>
            </a:r>
            <a:r>
              <a:rPr lang="en-US" dirty="0">
                <a:latin typeface="Aptos Narrow" panose="020B0004020202020204" pitchFamily="34" charset="0"/>
              </a:rPr>
              <a:t> using the GRANT command and set it as the default role so it activates automatically when the user logs in.</a:t>
            </a:r>
          </a:p>
          <a:p>
            <a:endParaRPr lang="en-US" dirty="0">
              <a:latin typeface="Aptos Narrow" panose="020B0004020202020204" pitchFamily="34" charset="0"/>
            </a:endParaRPr>
          </a:p>
          <a:p>
            <a:r>
              <a:rPr lang="en-US" dirty="0">
                <a:latin typeface="Aptos Narrow" panose="020B0004020202020204" pitchFamily="34" charset="0"/>
              </a:rPr>
              <a:t> Finally we used </a:t>
            </a:r>
            <a:r>
              <a:rPr lang="en-US" b="1" dirty="0">
                <a:latin typeface="Aptos Narrow" panose="020B0004020202020204" pitchFamily="34" charset="0"/>
              </a:rPr>
              <a:t>REVOKE</a:t>
            </a:r>
            <a:r>
              <a:rPr lang="en-US" dirty="0">
                <a:latin typeface="Aptos Narrow" panose="020B0004020202020204" pitchFamily="34" charset="0"/>
              </a:rPr>
              <a:t> to remove the DELETE permission from </a:t>
            </a:r>
            <a:r>
              <a:rPr lang="en-US" dirty="0" err="1">
                <a:latin typeface="Aptos Narrow" panose="020B0004020202020204" pitchFamily="34" charset="0"/>
              </a:rPr>
              <a:t>analyst_user</a:t>
            </a:r>
            <a:r>
              <a:rPr lang="en-US" dirty="0">
                <a:latin typeface="Aptos Narrow" panose="020B0004020202020204" pitchFamily="34" charset="0"/>
              </a:rPr>
              <a:t> to ensure sensitive data stays protected and secure</a:t>
            </a:r>
            <a:endParaRPr lang="en-IN" dirty="0">
              <a:latin typeface="Aptos Narrow" panose="020B0004020202020204" pitchFamily="34" charset="0"/>
            </a:endParaRPr>
          </a:p>
        </p:txBody>
      </p:sp>
    </p:spTree>
    <p:extLst>
      <p:ext uri="{BB962C8B-B14F-4D97-AF65-F5344CB8AC3E}">
        <p14:creationId xmlns:p14="http://schemas.microsoft.com/office/powerpoint/2010/main" val="3115470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362DB46-A15C-F089-DA13-A9E97AF1E00F}"/>
              </a:ext>
            </a:extLst>
          </p:cNvPr>
          <p:cNvSpPr>
            <a:spLocks noGrp="1"/>
          </p:cNvSpPr>
          <p:nvPr>
            <p:ph type="sldNum" sz="quarter" idx="10"/>
          </p:nvPr>
        </p:nvSpPr>
        <p:spPr/>
        <p:txBody>
          <a:bodyPr/>
          <a:lstStyle/>
          <a:p>
            <a:fld id="{48F63A3B-78C7-47BE-AE5E-E10140E04643}" type="slidenum">
              <a:rPr lang="en-US" smtClean="0"/>
              <a:pPr/>
              <a:t>26</a:t>
            </a:fld>
            <a:endParaRPr lang="en-US" dirty="0"/>
          </a:p>
        </p:txBody>
      </p:sp>
      <p:sp>
        <p:nvSpPr>
          <p:cNvPr id="6" name="TextBox 5">
            <a:extLst>
              <a:ext uri="{FF2B5EF4-FFF2-40B4-BE49-F238E27FC236}">
                <a16:creationId xmlns:a16="http://schemas.microsoft.com/office/drawing/2014/main" id="{483F306C-CA28-75EF-4F40-1A6AAAE8E9B8}"/>
              </a:ext>
            </a:extLst>
          </p:cNvPr>
          <p:cNvSpPr txBox="1"/>
          <p:nvPr/>
        </p:nvSpPr>
        <p:spPr>
          <a:xfrm>
            <a:off x="619760" y="1165303"/>
            <a:ext cx="11755120" cy="1354217"/>
          </a:xfrm>
          <a:prstGeom prst="rect">
            <a:avLst/>
          </a:prstGeom>
          <a:noFill/>
        </p:spPr>
        <p:txBody>
          <a:bodyPr wrap="square" rtlCol="0">
            <a:spAutoFit/>
          </a:bodyPr>
          <a:lstStyle/>
          <a:p>
            <a:r>
              <a:rPr lang="en-US" sz="1600" b="1" dirty="0">
                <a:latin typeface="Aptos Narrow" panose="020B0004020202020204" pitchFamily="34" charset="0"/>
              </a:rPr>
              <a:t>TCL (Transaction Control Language)</a:t>
            </a:r>
          </a:p>
          <a:p>
            <a:r>
              <a:rPr lang="en-US" sz="1600" b="1" dirty="0">
                <a:latin typeface="Aptos Narrow" panose="020B0004020202020204" pitchFamily="34" charset="0"/>
              </a:rPr>
              <a:t>Definition:</a:t>
            </a:r>
            <a:r>
              <a:rPr lang="en-US" sz="1600" dirty="0">
                <a:latin typeface="Aptos Narrow" panose="020B0004020202020204" pitchFamily="34" charset="0"/>
              </a:rPr>
              <a:t> TCL stands for </a:t>
            </a:r>
            <a:r>
              <a:rPr lang="en-US" sz="1600" b="1" dirty="0">
                <a:latin typeface="Aptos Narrow" panose="020B0004020202020204" pitchFamily="34" charset="0"/>
              </a:rPr>
              <a:t>Transaction Control Language</a:t>
            </a:r>
            <a:r>
              <a:rPr lang="en-US" sz="1600" dirty="0">
                <a:latin typeface="Aptos Narrow" panose="020B0004020202020204" pitchFamily="34" charset="0"/>
              </a:rPr>
              <a:t>. It is a subset of SQL used to </a:t>
            </a:r>
            <a:r>
              <a:rPr lang="en-US" sz="1600" b="1" dirty="0">
                <a:latin typeface="Aptos Narrow" panose="020B0004020202020204" pitchFamily="34" charset="0"/>
              </a:rPr>
              <a:t>manage transactions</a:t>
            </a:r>
            <a:r>
              <a:rPr lang="en-US" sz="1600" dirty="0">
                <a:latin typeface="Aptos Narrow" panose="020B0004020202020204" pitchFamily="34" charset="0"/>
              </a:rPr>
              <a:t> in a database. A transaction is a group of SQL operations that are executed as a single unit — either all succeed or all fail together. TCL ensures </a:t>
            </a:r>
            <a:r>
              <a:rPr lang="en-US" sz="1600" b="1" dirty="0">
                <a:latin typeface="Aptos Narrow" panose="020B0004020202020204" pitchFamily="34" charset="0"/>
              </a:rPr>
              <a:t>data consistency and integrity</a:t>
            </a:r>
            <a:r>
              <a:rPr lang="en-US" sz="1600" dirty="0">
                <a:latin typeface="Aptos Narrow" panose="020B0004020202020204" pitchFamily="34" charset="0"/>
              </a:rPr>
              <a:t> during multiple operations.</a:t>
            </a:r>
          </a:p>
          <a:p>
            <a:endParaRPr lang="en-IN" sz="1600" dirty="0">
              <a:latin typeface="Aptos Narrow" panose="020B0004020202020204" pitchFamily="34" charset="0"/>
            </a:endParaRPr>
          </a:p>
        </p:txBody>
      </p:sp>
      <p:sp>
        <p:nvSpPr>
          <p:cNvPr id="7" name="TextBox 6">
            <a:extLst>
              <a:ext uri="{FF2B5EF4-FFF2-40B4-BE49-F238E27FC236}">
                <a16:creationId xmlns:a16="http://schemas.microsoft.com/office/drawing/2014/main" id="{EA161A83-3112-BDF9-1683-E4630EC25FE7}"/>
              </a:ext>
            </a:extLst>
          </p:cNvPr>
          <p:cNvSpPr txBox="1"/>
          <p:nvPr/>
        </p:nvSpPr>
        <p:spPr>
          <a:xfrm>
            <a:off x="1960880" y="374410"/>
            <a:ext cx="10485120" cy="523220"/>
          </a:xfrm>
          <a:prstGeom prst="rect">
            <a:avLst/>
          </a:prstGeom>
          <a:noFill/>
        </p:spPr>
        <p:txBody>
          <a:bodyPr wrap="square" rtlCol="0">
            <a:spAutoFit/>
          </a:bodyPr>
          <a:lstStyle/>
          <a:p>
            <a:r>
              <a:rPr lang="en-IN" sz="2800" dirty="0">
                <a:solidFill>
                  <a:schemeClr val="accent6">
                    <a:lumMod val="75000"/>
                  </a:schemeClr>
                </a:solidFill>
              </a:rPr>
              <a:t>ENSURE DATABASE CONSISTENCY:</a:t>
            </a:r>
          </a:p>
        </p:txBody>
      </p:sp>
      <p:graphicFrame>
        <p:nvGraphicFramePr>
          <p:cNvPr id="8" name="Table 7">
            <a:extLst>
              <a:ext uri="{FF2B5EF4-FFF2-40B4-BE49-F238E27FC236}">
                <a16:creationId xmlns:a16="http://schemas.microsoft.com/office/drawing/2014/main" id="{498C8338-90C5-BE13-5322-7C5D8F891A68}"/>
              </a:ext>
            </a:extLst>
          </p:cNvPr>
          <p:cNvGraphicFramePr>
            <a:graphicFrameLocks noGrp="1"/>
          </p:cNvGraphicFramePr>
          <p:nvPr>
            <p:extLst>
              <p:ext uri="{D42A27DB-BD31-4B8C-83A1-F6EECF244321}">
                <p14:modId xmlns:p14="http://schemas.microsoft.com/office/powerpoint/2010/main" val="463659083"/>
              </p:ext>
            </p:extLst>
          </p:nvPr>
        </p:nvGraphicFramePr>
        <p:xfrm>
          <a:off x="424816" y="2571469"/>
          <a:ext cx="5671184" cy="2972703"/>
        </p:xfrm>
        <a:graphic>
          <a:graphicData uri="http://schemas.openxmlformats.org/drawingml/2006/table">
            <a:tbl>
              <a:tblPr/>
              <a:tblGrid>
                <a:gridCol w="2051873">
                  <a:extLst>
                    <a:ext uri="{9D8B030D-6E8A-4147-A177-3AD203B41FA5}">
                      <a16:colId xmlns:a16="http://schemas.microsoft.com/office/drawing/2014/main" val="3724459099"/>
                    </a:ext>
                  </a:extLst>
                </a:gridCol>
                <a:gridCol w="3619311">
                  <a:extLst>
                    <a:ext uri="{9D8B030D-6E8A-4147-A177-3AD203B41FA5}">
                      <a16:colId xmlns:a16="http://schemas.microsoft.com/office/drawing/2014/main" val="3524535046"/>
                    </a:ext>
                  </a:extLst>
                </a:gridCol>
              </a:tblGrid>
              <a:tr h="325999">
                <a:tc>
                  <a:txBody>
                    <a:bodyPr/>
                    <a:lstStyle/>
                    <a:p>
                      <a:pPr>
                        <a:buNone/>
                      </a:pPr>
                      <a:r>
                        <a:rPr lang="en-IN" sz="1800">
                          <a:latin typeface="Aptos Narrow" panose="020B0004020202020204" pitchFamily="34" charset="0"/>
                        </a:rPr>
                        <a:t>Command</a:t>
                      </a:r>
                    </a:p>
                  </a:txBody>
                  <a:tcPr anchor="ctr">
                    <a:lnL>
                      <a:noFill/>
                    </a:lnL>
                    <a:lnR>
                      <a:noFill/>
                    </a:lnR>
                    <a:lnT>
                      <a:noFill/>
                    </a:lnT>
                    <a:lnB>
                      <a:noFill/>
                    </a:lnB>
                    <a:noFill/>
                  </a:tcPr>
                </a:tc>
                <a:tc>
                  <a:txBody>
                    <a:bodyPr/>
                    <a:lstStyle/>
                    <a:p>
                      <a:pPr>
                        <a:buNone/>
                      </a:pPr>
                      <a:r>
                        <a:rPr lang="en-IN" sz="1800" dirty="0">
                          <a:latin typeface="Aptos Narrow" panose="020B0004020202020204" pitchFamily="34" charset="0"/>
                        </a:rPr>
                        <a:t>Purpose</a:t>
                      </a:r>
                    </a:p>
                  </a:txBody>
                  <a:tcPr anchor="ctr">
                    <a:lnL>
                      <a:noFill/>
                    </a:lnL>
                    <a:lnR>
                      <a:noFill/>
                    </a:lnR>
                    <a:lnT>
                      <a:noFill/>
                    </a:lnT>
                    <a:lnB>
                      <a:noFill/>
                    </a:lnB>
                    <a:noFill/>
                  </a:tcPr>
                </a:tc>
                <a:extLst>
                  <a:ext uri="{0D108BD9-81ED-4DB2-BD59-A6C34878D82A}">
                    <a16:rowId xmlns:a16="http://schemas.microsoft.com/office/drawing/2014/main" val="1086742327"/>
                  </a:ext>
                </a:extLst>
              </a:tr>
              <a:tr h="325999">
                <a:tc>
                  <a:txBody>
                    <a:bodyPr/>
                    <a:lstStyle/>
                    <a:p>
                      <a:pPr>
                        <a:buNone/>
                      </a:pPr>
                      <a:r>
                        <a:rPr lang="en-IN" sz="1800" dirty="0">
                          <a:latin typeface="Aptos Narrow" panose="020B0004020202020204" pitchFamily="34" charset="0"/>
                        </a:rPr>
                        <a:t>START TRANSACTION</a:t>
                      </a:r>
                    </a:p>
                  </a:txBody>
                  <a:tcPr anchor="ctr">
                    <a:lnL>
                      <a:noFill/>
                    </a:lnL>
                    <a:lnR>
                      <a:noFill/>
                    </a:lnR>
                    <a:lnT>
                      <a:noFill/>
                    </a:lnT>
                    <a:lnB>
                      <a:noFill/>
                    </a:lnB>
                    <a:noFill/>
                  </a:tcPr>
                </a:tc>
                <a:tc>
                  <a:txBody>
                    <a:bodyPr/>
                    <a:lstStyle/>
                    <a:p>
                      <a:pPr>
                        <a:buNone/>
                      </a:pPr>
                      <a:r>
                        <a:rPr lang="en-IN" sz="1800" dirty="0">
                          <a:latin typeface="Aptos Narrow" panose="020B0004020202020204" pitchFamily="34" charset="0"/>
                        </a:rPr>
                        <a:t>Begins a new transaction</a:t>
                      </a:r>
                    </a:p>
                  </a:txBody>
                  <a:tcPr anchor="ctr">
                    <a:lnL>
                      <a:noFill/>
                    </a:lnL>
                    <a:lnR>
                      <a:noFill/>
                    </a:lnR>
                    <a:lnT>
                      <a:noFill/>
                    </a:lnT>
                    <a:lnB>
                      <a:noFill/>
                    </a:lnB>
                    <a:noFill/>
                  </a:tcPr>
                </a:tc>
                <a:extLst>
                  <a:ext uri="{0D108BD9-81ED-4DB2-BD59-A6C34878D82A}">
                    <a16:rowId xmlns:a16="http://schemas.microsoft.com/office/drawing/2014/main" val="3561438121"/>
                  </a:ext>
                </a:extLst>
              </a:tr>
              <a:tr h="325999">
                <a:tc>
                  <a:txBody>
                    <a:bodyPr/>
                    <a:lstStyle/>
                    <a:p>
                      <a:pPr>
                        <a:buNone/>
                      </a:pPr>
                      <a:r>
                        <a:rPr lang="en-IN" sz="1800">
                          <a:latin typeface="Aptos Narrow" panose="020B0004020202020204" pitchFamily="34" charset="0"/>
                        </a:rPr>
                        <a:t>COMMIT</a:t>
                      </a:r>
                    </a:p>
                  </a:txBody>
                  <a:tcPr anchor="ctr">
                    <a:lnL>
                      <a:noFill/>
                    </a:lnL>
                    <a:lnR>
                      <a:noFill/>
                    </a:lnR>
                    <a:lnT>
                      <a:noFill/>
                    </a:lnT>
                    <a:lnB>
                      <a:noFill/>
                    </a:lnB>
                    <a:noFill/>
                  </a:tcPr>
                </a:tc>
                <a:tc>
                  <a:txBody>
                    <a:bodyPr/>
                    <a:lstStyle/>
                    <a:p>
                      <a:pPr>
                        <a:buNone/>
                      </a:pPr>
                      <a:r>
                        <a:rPr lang="en-IN" sz="1800">
                          <a:latin typeface="Aptos Narrow" panose="020B0004020202020204" pitchFamily="34" charset="0"/>
                        </a:rPr>
                        <a:t>Saves all changes permanently</a:t>
                      </a:r>
                    </a:p>
                  </a:txBody>
                  <a:tcPr anchor="ctr">
                    <a:lnL>
                      <a:noFill/>
                    </a:lnL>
                    <a:lnR>
                      <a:noFill/>
                    </a:lnR>
                    <a:lnT>
                      <a:noFill/>
                    </a:lnT>
                    <a:lnB>
                      <a:noFill/>
                    </a:lnB>
                    <a:noFill/>
                  </a:tcPr>
                </a:tc>
                <a:extLst>
                  <a:ext uri="{0D108BD9-81ED-4DB2-BD59-A6C34878D82A}">
                    <a16:rowId xmlns:a16="http://schemas.microsoft.com/office/drawing/2014/main" val="975383901"/>
                  </a:ext>
                </a:extLst>
              </a:tr>
              <a:tr h="390525">
                <a:tc>
                  <a:txBody>
                    <a:bodyPr/>
                    <a:lstStyle/>
                    <a:p>
                      <a:pPr>
                        <a:buNone/>
                      </a:pPr>
                      <a:r>
                        <a:rPr lang="en-IN" sz="1800" dirty="0">
                          <a:latin typeface="Aptos Narrow" panose="020B0004020202020204" pitchFamily="34" charset="0"/>
                        </a:rPr>
                        <a:t>ROLLBACK</a:t>
                      </a:r>
                    </a:p>
                  </a:txBody>
                  <a:tcPr anchor="ctr">
                    <a:lnL>
                      <a:noFill/>
                    </a:lnL>
                    <a:lnR>
                      <a:noFill/>
                    </a:lnR>
                    <a:lnT>
                      <a:noFill/>
                    </a:lnT>
                    <a:lnB>
                      <a:noFill/>
                    </a:lnB>
                    <a:noFill/>
                  </a:tcPr>
                </a:tc>
                <a:tc>
                  <a:txBody>
                    <a:bodyPr/>
                    <a:lstStyle/>
                    <a:p>
                      <a:pPr>
                        <a:buNone/>
                      </a:pPr>
                      <a:r>
                        <a:rPr lang="en-US" sz="1800" dirty="0">
                          <a:latin typeface="Aptos Narrow" panose="020B0004020202020204" pitchFamily="34" charset="0"/>
                        </a:rPr>
                        <a:t>Undoes all changes back to start</a:t>
                      </a:r>
                    </a:p>
                  </a:txBody>
                  <a:tcPr anchor="ctr">
                    <a:lnL>
                      <a:noFill/>
                    </a:lnL>
                    <a:lnR>
                      <a:noFill/>
                    </a:lnR>
                    <a:lnT>
                      <a:noFill/>
                    </a:lnT>
                    <a:lnB>
                      <a:noFill/>
                    </a:lnB>
                    <a:noFill/>
                  </a:tcPr>
                </a:tc>
                <a:extLst>
                  <a:ext uri="{0D108BD9-81ED-4DB2-BD59-A6C34878D82A}">
                    <a16:rowId xmlns:a16="http://schemas.microsoft.com/office/drawing/2014/main" val="952852522"/>
                  </a:ext>
                </a:extLst>
              </a:tr>
              <a:tr h="570498">
                <a:tc>
                  <a:txBody>
                    <a:bodyPr/>
                    <a:lstStyle/>
                    <a:p>
                      <a:pPr>
                        <a:buNone/>
                      </a:pPr>
                      <a:r>
                        <a:rPr lang="en-IN" sz="1800">
                          <a:latin typeface="Aptos Narrow" panose="020B0004020202020204" pitchFamily="34" charset="0"/>
                        </a:rPr>
                        <a:t>SAVEPOINT</a:t>
                      </a:r>
                    </a:p>
                  </a:txBody>
                  <a:tcPr anchor="ctr">
                    <a:lnL>
                      <a:noFill/>
                    </a:lnL>
                    <a:lnR>
                      <a:noFill/>
                    </a:lnR>
                    <a:lnT>
                      <a:noFill/>
                    </a:lnT>
                    <a:lnB>
                      <a:noFill/>
                    </a:lnB>
                    <a:noFill/>
                  </a:tcPr>
                </a:tc>
                <a:tc>
                  <a:txBody>
                    <a:bodyPr/>
                    <a:lstStyle/>
                    <a:p>
                      <a:pPr>
                        <a:buNone/>
                      </a:pPr>
                      <a:r>
                        <a:rPr lang="en-IN" sz="1800" dirty="0">
                          <a:latin typeface="Aptos Narrow" panose="020B0004020202020204" pitchFamily="34" charset="0"/>
                        </a:rPr>
                        <a:t>Creates a checkpoint inside a transaction</a:t>
                      </a:r>
                    </a:p>
                  </a:txBody>
                  <a:tcPr anchor="ctr">
                    <a:lnL>
                      <a:noFill/>
                    </a:lnL>
                    <a:lnR>
                      <a:noFill/>
                    </a:lnR>
                    <a:lnT>
                      <a:noFill/>
                    </a:lnT>
                    <a:lnB>
                      <a:noFill/>
                    </a:lnB>
                    <a:noFill/>
                  </a:tcPr>
                </a:tc>
                <a:extLst>
                  <a:ext uri="{0D108BD9-81ED-4DB2-BD59-A6C34878D82A}">
                    <a16:rowId xmlns:a16="http://schemas.microsoft.com/office/drawing/2014/main" val="1753331029"/>
                  </a:ext>
                </a:extLst>
              </a:tr>
              <a:tr h="570498">
                <a:tc>
                  <a:txBody>
                    <a:bodyPr/>
                    <a:lstStyle/>
                    <a:p>
                      <a:pPr>
                        <a:buNone/>
                      </a:pPr>
                      <a:r>
                        <a:rPr lang="en-IN" sz="1800" dirty="0">
                          <a:highlight>
                            <a:srgbClr val="F5CDCE"/>
                          </a:highlight>
                          <a:latin typeface="Aptos Narrow" panose="020B0004020202020204" pitchFamily="34" charset="0"/>
                        </a:rPr>
                        <a:t>ROLLBACK TO</a:t>
                      </a:r>
                    </a:p>
                  </a:txBody>
                  <a:tcPr anchor="ctr">
                    <a:lnL>
                      <a:noFill/>
                    </a:lnL>
                    <a:lnR>
                      <a:noFill/>
                    </a:lnR>
                    <a:lnT>
                      <a:noFill/>
                    </a:lnT>
                    <a:lnB>
                      <a:noFill/>
                    </a:lnB>
                    <a:noFill/>
                  </a:tcPr>
                </a:tc>
                <a:tc>
                  <a:txBody>
                    <a:bodyPr/>
                    <a:lstStyle/>
                    <a:p>
                      <a:pPr>
                        <a:buNone/>
                      </a:pPr>
                      <a:r>
                        <a:rPr lang="en-US" sz="1800" dirty="0">
                          <a:latin typeface="Aptos Narrow" panose="020B0004020202020204" pitchFamily="34" charset="0"/>
                        </a:rPr>
                        <a:t>Rolls back to a specific </a:t>
                      </a:r>
                      <a:r>
                        <a:rPr lang="en-US" sz="1800" dirty="0" err="1">
                          <a:latin typeface="Aptos Narrow" panose="020B0004020202020204" pitchFamily="34" charset="0"/>
                        </a:rPr>
                        <a:t>savepoint</a:t>
                      </a:r>
                      <a:r>
                        <a:rPr lang="en-US" sz="1800" dirty="0">
                          <a:latin typeface="Aptos Narrow" panose="020B0004020202020204" pitchFamily="34" charset="0"/>
                        </a:rPr>
                        <a:t> only</a:t>
                      </a:r>
                    </a:p>
                  </a:txBody>
                  <a:tcPr anchor="ctr">
                    <a:lnL>
                      <a:noFill/>
                    </a:lnL>
                    <a:lnR>
                      <a:noFill/>
                    </a:lnR>
                    <a:lnT>
                      <a:noFill/>
                    </a:lnT>
                    <a:lnB>
                      <a:noFill/>
                    </a:lnB>
                    <a:noFill/>
                  </a:tcPr>
                </a:tc>
                <a:extLst>
                  <a:ext uri="{0D108BD9-81ED-4DB2-BD59-A6C34878D82A}">
                    <a16:rowId xmlns:a16="http://schemas.microsoft.com/office/drawing/2014/main" val="1278066102"/>
                  </a:ext>
                </a:extLst>
              </a:tr>
            </a:tbl>
          </a:graphicData>
        </a:graphic>
      </p:graphicFrame>
      <p:sp>
        <p:nvSpPr>
          <p:cNvPr id="12" name="TextBox 11">
            <a:extLst>
              <a:ext uri="{FF2B5EF4-FFF2-40B4-BE49-F238E27FC236}">
                <a16:creationId xmlns:a16="http://schemas.microsoft.com/office/drawing/2014/main" id="{A30DDA0A-A5EC-297F-ADB5-272B18D48AC8}"/>
              </a:ext>
            </a:extLst>
          </p:cNvPr>
          <p:cNvSpPr txBox="1"/>
          <p:nvPr/>
        </p:nvSpPr>
        <p:spPr>
          <a:xfrm>
            <a:off x="6290944" y="2386803"/>
            <a:ext cx="6223000" cy="369332"/>
          </a:xfrm>
          <a:prstGeom prst="rect">
            <a:avLst/>
          </a:prstGeom>
          <a:noFill/>
        </p:spPr>
        <p:txBody>
          <a:bodyPr wrap="square">
            <a:spAutoFit/>
          </a:bodyPr>
          <a:lstStyle/>
          <a:p>
            <a:r>
              <a:rPr lang="en-US" dirty="0">
                <a:highlight>
                  <a:srgbClr val="F5CDCE"/>
                </a:highlight>
                <a:latin typeface="Courier New" panose="02070309020205020404" pitchFamily="49" charset="0"/>
              </a:rPr>
              <a:t>FOR UPDATE </a:t>
            </a:r>
            <a:r>
              <a:rPr lang="en-US" dirty="0">
                <a:highlight>
                  <a:srgbClr val="F5CDCE"/>
                </a:highlight>
              </a:rPr>
              <a:t>Locked book row during concurrent orders</a:t>
            </a:r>
            <a:endParaRPr lang="en-IN" dirty="0">
              <a:highlight>
                <a:srgbClr val="F5CDCE"/>
              </a:highlight>
            </a:endParaRPr>
          </a:p>
        </p:txBody>
      </p:sp>
      <p:graphicFrame>
        <p:nvGraphicFramePr>
          <p:cNvPr id="13" name="Table 12">
            <a:extLst>
              <a:ext uri="{FF2B5EF4-FFF2-40B4-BE49-F238E27FC236}">
                <a16:creationId xmlns:a16="http://schemas.microsoft.com/office/drawing/2014/main" id="{B78BC2D4-DE5E-3002-AE91-54BD66105473}"/>
              </a:ext>
            </a:extLst>
          </p:cNvPr>
          <p:cNvGraphicFramePr>
            <a:graphicFrameLocks noGrp="1"/>
          </p:cNvGraphicFramePr>
          <p:nvPr>
            <p:extLst>
              <p:ext uri="{D42A27DB-BD31-4B8C-83A1-F6EECF244321}">
                <p14:modId xmlns:p14="http://schemas.microsoft.com/office/powerpoint/2010/main" val="2778732153"/>
              </p:ext>
            </p:extLst>
          </p:nvPr>
        </p:nvGraphicFramePr>
        <p:xfrm>
          <a:off x="6380480" y="2660366"/>
          <a:ext cx="11629778" cy="2634537"/>
        </p:xfrm>
        <a:graphic>
          <a:graphicData uri="http://schemas.openxmlformats.org/drawingml/2006/table">
            <a:tbl>
              <a:tblPr/>
              <a:tblGrid>
                <a:gridCol w="2123440">
                  <a:extLst>
                    <a:ext uri="{9D8B030D-6E8A-4147-A177-3AD203B41FA5}">
                      <a16:colId xmlns:a16="http://schemas.microsoft.com/office/drawing/2014/main" val="3151570584"/>
                    </a:ext>
                  </a:extLst>
                </a:gridCol>
                <a:gridCol w="9506338">
                  <a:extLst>
                    <a:ext uri="{9D8B030D-6E8A-4147-A177-3AD203B41FA5}">
                      <a16:colId xmlns:a16="http://schemas.microsoft.com/office/drawing/2014/main" val="1556228161"/>
                    </a:ext>
                  </a:extLst>
                </a:gridCol>
              </a:tblGrid>
              <a:tr h="1229451">
                <a:tc>
                  <a:txBody>
                    <a:bodyPr/>
                    <a:lstStyle/>
                    <a:p>
                      <a:pPr>
                        <a:buNone/>
                      </a:pPr>
                      <a:r>
                        <a:rPr lang="en-IN" sz="1400" dirty="0">
                          <a:highlight>
                            <a:srgbClr val="F5CDCE"/>
                          </a:highlight>
                          <a:latin typeface="Aptos Narrow" panose="020B0004020202020204" pitchFamily="34" charset="0"/>
                        </a:rPr>
                        <a:t>Concurrent Transactions</a:t>
                      </a:r>
                    </a:p>
                  </a:txBody>
                  <a:tcPr anchor="ctr">
                    <a:lnL>
                      <a:noFill/>
                    </a:lnL>
                    <a:lnR>
                      <a:noFill/>
                    </a:lnR>
                    <a:lnT>
                      <a:noFill/>
                    </a:lnT>
                    <a:lnB>
                      <a:noFill/>
                    </a:lnB>
                    <a:noFill/>
                  </a:tcPr>
                </a:tc>
                <a:tc>
                  <a:txBody>
                    <a:bodyPr/>
                    <a:lstStyle/>
                    <a:p>
                      <a:pPr>
                        <a:buNone/>
                      </a:pPr>
                      <a:r>
                        <a:rPr lang="en-US" sz="1600" dirty="0">
                          <a:highlight>
                            <a:srgbClr val="F5CDCE"/>
                          </a:highlight>
                          <a:latin typeface="Aptos Narrow" panose="020B0004020202020204" pitchFamily="34" charset="0"/>
                        </a:rPr>
                        <a:t>Ravi and Priya trying to buy same last book</a:t>
                      </a:r>
                    </a:p>
                  </a:txBody>
                  <a:tcPr anchor="ctr">
                    <a:lnL>
                      <a:noFill/>
                    </a:lnL>
                    <a:lnR>
                      <a:noFill/>
                    </a:lnR>
                    <a:lnT>
                      <a:noFill/>
                    </a:lnT>
                    <a:lnB>
                      <a:noFill/>
                    </a:lnB>
                    <a:noFill/>
                  </a:tcPr>
                </a:tc>
                <a:extLst>
                  <a:ext uri="{0D108BD9-81ED-4DB2-BD59-A6C34878D82A}">
                    <a16:rowId xmlns:a16="http://schemas.microsoft.com/office/drawing/2014/main" val="3883829583"/>
                  </a:ext>
                </a:extLst>
              </a:tr>
              <a:tr h="702543">
                <a:tc>
                  <a:txBody>
                    <a:bodyPr/>
                    <a:lstStyle/>
                    <a:p>
                      <a:pPr>
                        <a:buNone/>
                      </a:pPr>
                      <a:r>
                        <a:rPr lang="en-IN" sz="1600" dirty="0">
                          <a:highlight>
                            <a:srgbClr val="F5CDCE"/>
                          </a:highlight>
                          <a:latin typeface="Aptos Narrow" panose="020B0004020202020204" pitchFamily="34" charset="0"/>
                        </a:rPr>
                        <a:t>Temporary Table</a:t>
                      </a:r>
                    </a:p>
                  </a:txBody>
                  <a:tcPr anchor="ctr">
                    <a:lnL>
                      <a:noFill/>
                    </a:lnL>
                    <a:lnR>
                      <a:noFill/>
                    </a:lnR>
                    <a:lnT>
                      <a:noFill/>
                    </a:lnT>
                    <a:lnB>
                      <a:noFill/>
                    </a:lnB>
                    <a:noFill/>
                  </a:tcPr>
                </a:tc>
                <a:tc>
                  <a:txBody>
                    <a:bodyPr/>
                    <a:lstStyle/>
                    <a:p>
                      <a:pPr>
                        <a:buNone/>
                      </a:pPr>
                      <a:r>
                        <a:rPr lang="en-US" sz="1600" dirty="0">
                          <a:highlight>
                            <a:srgbClr val="F5CDCE"/>
                          </a:highlight>
                          <a:latin typeface="Aptos Narrow" panose="020B0004020202020204" pitchFamily="34" charset="0"/>
                        </a:rPr>
                        <a:t>Book sales summary for current session only</a:t>
                      </a:r>
                    </a:p>
                  </a:txBody>
                  <a:tcPr anchor="ctr">
                    <a:lnL>
                      <a:noFill/>
                    </a:lnL>
                    <a:lnR>
                      <a:noFill/>
                    </a:lnR>
                    <a:lnT>
                      <a:noFill/>
                    </a:lnT>
                    <a:lnB>
                      <a:noFill/>
                    </a:lnB>
                    <a:noFill/>
                  </a:tcPr>
                </a:tc>
                <a:extLst>
                  <a:ext uri="{0D108BD9-81ED-4DB2-BD59-A6C34878D82A}">
                    <a16:rowId xmlns:a16="http://schemas.microsoft.com/office/drawing/2014/main" val="510232955"/>
                  </a:ext>
                </a:extLst>
              </a:tr>
              <a:tr h="702543">
                <a:tc>
                  <a:txBody>
                    <a:bodyPr/>
                    <a:lstStyle/>
                    <a:p>
                      <a:pPr>
                        <a:buNone/>
                      </a:pPr>
                      <a:r>
                        <a:rPr lang="en-IN" sz="1600" dirty="0">
                          <a:highlight>
                            <a:srgbClr val="F5CDCE"/>
                          </a:highlight>
                          <a:latin typeface="Aptos Narrow" panose="020B0004020202020204" pitchFamily="34" charset="0"/>
                        </a:rPr>
                        <a:t>VIEW</a:t>
                      </a:r>
                    </a:p>
                  </a:txBody>
                  <a:tcPr anchor="ctr">
                    <a:lnL>
                      <a:noFill/>
                    </a:lnL>
                    <a:lnR>
                      <a:noFill/>
                    </a:lnR>
                    <a:lnT>
                      <a:noFill/>
                    </a:lnT>
                    <a:lnB>
                      <a:noFill/>
                    </a:lnB>
                    <a:noFill/>
                  </a:tcPr>
                </a:tc>
                <a:tc>
                  <a:txBody>
                    <a:bodyPr/>
                    <a:lstStyle/>
                    <a:p>
                      <a:pPr>
                        <a:buNone/>
                      </a:pPr>
                      <a:r>
                        <a:rPr lang="en-US" sz="1600" dirty="0">
                          <a:highlight>
                            <a:srgbClr val="F5CDCE"/>
                          </a:highlight>
                          <a:latin typeface="Aptos Narrow" panose="020B0004020202020204" pitchFamily="34" charset="0"/>
                        </a:rPr>
                        <a:t>Permanent book performance report view</a:t>
                      </a:r>
                    </a:p>
                  </a:txBody>
                  <a:tcPr anchor="ctr">
                    <a:lnL>
                      <a:noFill/>
                    </a:lnL>
                    <a:lnR>
                      <a:noFill/>
                    </a:lnR>
                    <a:lnT>
                      <a:noFill/>
                    </a:lnT>
                    <a:lnB>
                      <a:noFill/>
                    </a:lnB>
                    <a:noFill/>
                  </a:tcPr>
                </a:tc>
                <a:extLst>
                  <a:ext uri="{0D108BD9-81ED-4DB2-BD59-A6C34878D82A}">
                    <a16:rowId xmlns:a16="http://schemas.microsoft.com/office/drawing/2014/main" val="269932362"/>
                  </a:ext>
                </a:extLst>
              </a:tr>
            </a:tbl>
          </a:graphicData>
        </a:graphic>
      </p:graphicFrame>
      <p:cxnSp>
        <p:nvCxnSpPr>
          <p:cNvPr id="15" name="Straight Arrow Connector 14">
            <a:extLst>
              <a:ext uri="{FF2B5EF4-FFF2-40B4-BE49-F238E27FC236}">
                <a16:creationId xmlns:a16="http://schemas.microsoft.com/office/drawing/2014/main" id="{99E2A49F-E47D-2A4F-2238-F35670D8A741}"/>
              </a:ext>
            </a:extLst>
          </p:cNvPr>
          <p:cNvCxnSpPr>
            <a:cxnSpLocks/>
          </p:cNvCxnSpPr>
          <p:nvPr/>
        </p:nvCxnSpPr>
        <p:spPr>
          <a:xfrm>
            <a:off x="8298180" y="3266440"/>
            <a:ext cx="2489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D74210C-19DE-58D9-51B8-1000F6EE5A5B}"/>
              </a:ext>
            </a:extLst>
          </p:cNvPr>
          <p:cNvCxnSpPr>
            <a:cxnSpLocks/>
          </p:cNvCxnSpPr>
          <p:nvPr/>
        </p:nvCxnSpPr>
        <p:spPr>
          <a:xfrm>
            <a:off x="8001000" y="4216400"/>
            <a:ext cx="4216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9EDE77E-4B4A-5E68-05DB-42E266614309}"/>
              </a:ext>
            </a:extLst>
          </p:cNvPr>
          <p:cNvCxnSpPr/>
          <p:nvPr/>
        </p:nvCxnSpPr>
        <p:spPr>
          <a:xfrm>
            <a:off x="7523480" y="4978400"/>
            <a:ext cx="955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7132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additive="base">
                                        <p:cTn id="43" dur="500" fill="hold"/>
                                        <p:tgtEl>
                                          <p:spTgt spid="20"/>
                                        </p:tgtEl>
                                        <p:attrNameLst>
                                          <p:attrName>ppt_x</p:attrName>
                                        </p:attrNameLst>
                                      </p:cBhvr>
                                      <p:tavLst>
                                        <p:tav tm="0">
                                          <p:val>
                                            <p:strVal val="#ppt_x"/>
                                          </p:val>
                                        </p:tav>
                                        <p:tav tm="100000">
                                          <p:val>
                                            <p:strVal val="#ppt_x"/>
                                          </p:val>
                                        </p:tav>
                                      </p:tavLst>
                                    </p:anim>
                                    <p:anim calcmode="lin" valueType="num">
                                      <p:cBhvr additive="base">
                                        <p:cTn id="4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0458D6-614B-81F7-1294-4BDD5E0C79CC}"/>
              </a:ext>
            </a:extLst>
          </p:cNvPr>
          <p:cNvSpPr>
            <a:spLocks noGrp="1"/>
          </p:cNvSpPr>
          <p:nvPr>
            <p:ph type="sldNum" sz="quarter" idx="10"/>
          </p:nvPr>
        </p:nvSpPr>
        <p:spPr/>
        <p:txBody>
          <a:bodyPr/>
          <a:lstStyle/>
          <a:p>
            <a:fld id="{48F63A3B-78C7-47BE-AE5E-E10140E04643}" type="slidenum">
              <a:rPr lang="en-US" smtClean="0"/>
              <a:pPr/>
              <a:t>27</a:t>
            </a:fld>
            <a:endParaRPr lang="en-US" dirty="0"/>
          </a:p>
        </p:txBody>
      </p:sp>
      <p:pic>
        <p:nvPicPr>
          <p:cNvPr id="6" name="Picture 5">
            <a:extLst>
              <a:ext uri="{FF2B5EF4-FFF2-40B4-BE49-F238E27FC236}">
                <a16:creationId xmlns:a16="http://schemas.microsoft.com/office/drawing/2014/main" id="{301AA4B2-C344-FACD-C4F8-5E6BCF6F85D5}"/>
              </a:ext>
            </a:extLst>
          </p:cNvPr>
          <p:cNvPicPr>
            <a:picLocks noChangeAspect="1"/>
          </p:cNvPicPr>
          <p:nvPr/>
        </p:nvPicPr>
        <p:blipFill>
          <a:blip r:embed="rId2"/>
          <a:stretch>
            <a:fillRect/>
          </a:stretch>
        </p:blipFill>
        <p:spPr>
          <a:xfrm>
            <a:off x="4228839" y="358679"/>
            <a:ext cx="1867161" cy="428685"/>
          </a:xfrm>
          <a:prstGeom prst="rect">
            <a:avLst/>
          </a:prstGeom>
        </p:spPr>
      </p:pic>
      <p:pic>
        <p:nvPicPr>
          <p:cNvPr id="8" name="Picture 7">
            <a:extLst>
              <a:ext uri="{FF2B5EF4-FFF2-40B4-BE49-F238E27FC236}">
                <a16:creationId xmlns:a16="http://schemas.microsoft.com/office/drawing/2014/main" id="{D7AA6F3C-E260-703E-00A3-10C6B2EA1500}"/>
              </a:ext>
            </a:extLst>
          </p:cNvPr>
          <p:cNvPicPr>
            <a:picLocks noChangeAspect="1"/>
          </p:cNvPicPr>
          <p:nvPr/>
        </p:nvPicPr>
        <p:blipFill>
          <a:blip r:embed="rId3"/>
          <a:stretch>
            <a:fillRect/>
          </a:stretch>
        </p:blipFill>
        <p:spPr>
          <a:xfrm>
            <a:off x="4250625" y="1931441"/>
            <a:ext cx="2057687" cy="419158"/>
          </a:xfrm>
          <a:prstGeom prst="rect">
            <a:avLst/>
          </a:prstGeom>
        </p:spPr>
      </p:pic>
      <p:pic>
        <p:nvPicPr>
          <p:cNvPr id="10" name="Picture 9">
            <a:extLst>
              <a:ext uri="{FF2B5EF4-FFF2-40B4-BE49-F238E27FC236}">
                <a16:creationId xmlns:a16="http://schemas.microsoft.com/office/drawing/2014/main" id="{48542B6B-1440-BD2A-A7BC-27D9485AB761}"/>
              </a:ext>
            </a:extLst>
          </p:cNvPr>
          <p:cNvPicPr>
            <a:picLocks noChangeAspect="1"/>
          </p:cNvPicPr>
          <p:nvPr/>
        </p:nvPicPr>
        <p:blipFill>
          <a:blip r:embed="rId4"/>
          <a:stretch>
            <a:fillRect/>
          </a:stretch>
        </p:blipFill>
        <p:spPr>
          <a:xfrm>
            <a:off x="4228839" y="1130033"/>
            <a:ext cx="2010056" cy="342948"/>
          </a:xfrm>
          <a:prstGeom prst="rect">
            <a:avLst/>
          </a:prstGeom>
        </p:spPr>
      </p:pic>
      <p:pic>
        <p:nvPicPr>
          <p:cNvPr id="12" name="Picture 11">
            <a:extLst>
              <a:ext uri="{FF2B5EF4-FFF2-40B4-BE49-F238E27FC236}">
                <a16:creationId xmlns:a16="http://schemas.microsoft.com/office/drawing/2014/main" id="{B96BEB99-D2ED-3383-62F1-A198D7542CE7}"/>
              </a:ext>
            </a:extLst>
          </p:cNvPr>
          <p:cNvPicPr>
            <a:picLocks noChangeAspect="1"/>
          </p:cNvPicPr>
          <p:nvPr/>
        </p:nvPicPr>
        <p:blipFill>
          <a:blip r:embed="rId5"/>
          <a:stretch>
            <a:fillRect/>
          </a:stretch>
        </p:blipFill>
        <p:spPr>
          <a:xfrm>
            <a:off x="4057365" y="2832584"/>
            <a:ext cx="2353003" cy="1409897"/>
          </a:xfrm>
          <a:prstGeom prst="rect">
            <a:avLst/>
          </a:prstGeom>
        </p:spPr>
      </p:pic>
      <p:pic>
        <p:nvPicPr>
          <p:cNvPr id="14" name="Picture 13">
            <a:extLst>
              <a:ext uri="{FF2B5EF4-FFF2-40B4-BE49-F238E27FC236}">
                <a16:creationId xmlns:a16="http://schemas.microsoft.com/office/drawing/2014/main" id="{56A5DE7C-6589-2395-3729-A148EA996C11}"/>
              </a:ext>
            </a:extLst>
          </p:cNvPr>
          <p:cNvPicPr>
            <a:picLocks noChangeAspect="1"/>
          </p:cNvPicPr>
          <p:nvPr/>
        </p:nvPicPr>
        <p:blipFill>
          <a:blip r:embed="rId6"/>
          <a:stretch>
            <a:fillRect/>
          </a:stretch>
        </p:blipFill>
        <p:spPr>
          <a:xfrm>
            <a:off x="3207926" y="4724466"/>
            <a:ext cx="4496427" cy="2305372"/>
          </a:xfrm>
          <a:prstGeom prst="rect">
            <a:avLst/>
          </a:prstGeom>
        </p:spPr>
      </p:pic>
      <p:sp>
        <p:nvSpPr>
          <p:cNvPr id="15" name="Arrow: Down 14">
            <a:extLst>
              <a:ext uri="{FF2B5EF4-FFF2-40B4-BE49-F238E27FC236}">
                <a16:creationId xmlns:a16="http://schemas.microsoft.com/office/drawing/2014/main" id="{4A9417EB-BDF5-17AF-080B-C8C9DB815BDA}"/>
              </a:ext>
            </a:extLst>
          </p:cNvPr>
          <p:cNvSpPr/>
          <p:nvPr/>
        </p:nvSpPr>
        <p:spPr>
          <a:xfrm>
            <a:off x="4944189" y="799583"/>
            <a:ext cx="335280" cy="288800"/>
          </a:xfrm>
          <a:prstGeom prst="downArrow">
            <a:avLst/>
          </a:prstGeom>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Down 15">
            <a:extLst>
              <a:ext uri="{FF2B5EF4-FFF2-40B4-BE49-F238E27FC236}">
                <a16:creationId xmlns:a16="http://schemas.microsoft.com/office/drawing/2014/main" id="{4CD5CA65-E408-4554-53F2-AA2D887AFC28}"/>
              </a:ext>
            </a:extLst>
          </p:cNvPr>
          <p:cNvSpPr/>
          <p:nvPr/>
        </p:nvSpPr>
        <p:spPr>
          <a:xfrm>
            <a:off x="4944189" y="1512839"/>
            <a:ext cx="335280" cy="46145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rrow: Down 17">
            <a:extLst>
              <a:ext uri="{FF2B5EF4-FFF2-40B4-BE49-F238E27FC236}">
                <a16:creationId xmlns:a16="http://schemas.microsoft.com/office/drawing/2014/main" id="{77BA02D9-3674-8A11-E715-BFB22C0905AE}"/>
              </a:ext>
            </a:extLst>
          </p:cNvPr>
          <p:cNvSpPr/>
          <p:nvPr/>
        </p:nvSpPr>
        <p:spPr>
          <a:xfrm>
            <a:off x="4944189" y="4162492"/>
            <a:ext cx="484632" cy="7134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Down 18">
            <a:extLst>
              <a:ext uri="{FF2B5EF4-FFF2-40B4-BE49-F238E27FC236}">
                <a16:creationId xmlns:a16="http://schemas.microsoft.com/office/drawing/2014/main" id="{0BF766B7-C53F-E751-71CD-319CA6144985}"/>
              </a:ext>
            </a:extLst>
          </p:cNvPr>
          <p:cNvSpPr/>
          <p:nvPr/>
        </p:nvSpPr>
        <p:spPr>
          <a:xfrm>
            <a:off x="4975066" y="2350599"/>
            <a:ext cx="304403" cy="48015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295E50C8-3B21-8922-028B-4D233AEE76A1}"/>
              </a:ext>
            </a:extLst>
          </p:cNvPr>
          <p:cNvSpPr/>
          <p:nvPr/>
        </p:nvSpPr>
        <p:spPr>
          <a:xfrm>
            <a:off x="7747972" y="692943"/>
            <a:ext cx="2753360" cy="115830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This is how a transaction starts </a:t>
            </a:r>
          </a:p>
        </p:txBody>
      </p:sp>
      <p:sp>
        <p:nvSpPr>
          <p:cNvPr id="24" name="TextBox 23">
            <a:extLst>
              <a:ext uri="{FF2B5EF4-FFF2-40B4-BE49-F238E27FC236}">
                <a16:creationId xmlns:a16="http://schemas.microsoft.com/office/drawing/2014/main" id="{255AABD3-B41F-E464-29A2-FF60FBC13F17}"/>
              </a:ext>
            </a:extLst>
          </p:cNvPr>
          <p:cNvSpPr txBox="1"/>
          <p:nvPr/>
        </p:nvSpPr>
        <p:spPr>
          <a:xfrm>
            <a:off x="7853705" y="2350599"/>
            <a:ext cx="3901415" cy="1754326"/>
          </a:xfrm>
          <a:prstGeom prst="rect">
            <a:avLst/>
          </a:prstGeom>
          <a:noFill/>
        </p:spPr>
        <p:txBody>
          <a:bodyPr wrap="square" rtlCol="0">
            <a:spAutoFit/>
          </a:bodyPr>
          <a:lstStyle/>
          <a:p>
            <a:r>
              <a:rPr lang="en-IN" dirty="0"/>
              <a:t>After the transaction starts we insert the values and after inserting if the order confirms then we commit otherwise we create a save point </a:t>
            </a:r>
          </a:p>
          <a:p>
            <a:r>
              <a:rPr lang="en-IN" dirty="0"/>
              <a:t>If the order </a:t>
            </a:r>
            <a:r>
              <a:rPr lang="en-IN" dirty="0" err="1"/>
              <a:t>isnot</a:t>
            </a:r>
            <a:r>
              <a:rPr lang="en-IN" dirty="0"/>
              <a:t> confirmed we rollback to the </a:t>
            </a:r>
            <a:r>
              <a:rPr lang="en-IN" dirty="0" err="1"/>
              <a:t>savepoint</a:t>
            </a:r>
            <a:endParaRPr lang="en-IN" dirty="0"/>
          </a:p>
        </p:txBody>
      </p:sp>
    </p:spTree>
    <p:extLst>
      <p:ext uri="{BB962C8B-B14F-4D97-AF65-F5344CB8AC3E}">
        <p14:creationId xmlns:p14="http://schemas.microsoft.com/office/powerpoint/2010/main" val="1654331369"/>
      </p:ext>
    </p:extLst>
  </p:cSld>
  <p:clrMapOvr>
    <a:masterClrMapping/>
  </p:clrMapOvr>
  <p:transition spd="med">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D1348-1C77-0039-B5AF-5FB5114330AA}"/>
              </a:ext>
            </a:extLst>
          </p:cNvPr>
          <p:cNvSpPr>
            <a:spLocks noGrp="1"/>
          </p:cNvSpPr>
          <p:nvPr>
            <p:ph type="title"/>
          </p:nvPr>
        </p:nvSpPr>
        <p:spPr>
          <a:xfrm>
            <a:off x="840186" y="550881"/>
            <a:ext cx="10511627" cy="1012785"/>
          </a:xfrm>
        </p:spPr>
        <p:txBody>
          <a:bodyPr/>
          <a:lstStyle/>
          <a:p>
            <a:r>
              <a:rPr lang="en-IN" dirty="0"/>
              <a:t>AUTOMATE DATABASE OPERATIONS</a:t>
            </a:r>
          </a:p>
        </p:txBody>
      </p:sp>
      <p:sp>
        <p:nvSpPr>
          <p:cNvPr id="3" name="Content Placeholder 2">
            <a:extLst>
              <a:ext uri="{FF2B5EF4-FFF2-40B4-BE49-F238E27FC236}">
                <a16:creationId xmlns:a16="http://schemas.microsoft.com/office/drawing/2014/main" id="{FEC58771-5919-0BCD-FB18-243AC15A4F4A}"/>
              </a:ext>
            </a:extLst>
          </p:cNvPr>
          <p:cNvSpPr>
            <a:spLocks noGrp="1"/>
          </p:cNvSpPr>
          <p:nvPr>
            <p:ph sz="quarter" idx="4"/>
          </p:nvPr>
        </p:nvSpPr>
        <p:spPr>
          <a:xfrm>
            <a:off x="840185" y="2092547"/>
            <a:ext cx="10511627" cy="3948557"/>
          </a:xfrm>
        </p:spPr>
        <p:txBody>
          <a:bodyPr>
            <a:normAutofit fontScale="92500" lnSpcReduction="20000"/>
          </a:bodyPr>
          <a:lstStyle/>
          <a:p>
            <a:r>
              <a:rPr lang="en-US" b="1" dirty="0">
                <a:solidFill>
                  <a:schemeClr val="tx1"/>
                </a:solidFill>
                <a:latin typeface="Arial" panose="020B0604020202020204" pitchFamily="34" charset="0"/>
                <a:cs typeface="Arial" panose="020B0604020202020204" pitchFamily="34" charset="0"/>
              </a:rPr>
              <a:t>Stored Procedures</a:t>
            </a:r>
          </a:p>
          <a:p>
            <a:r>
              <a:rPr lang="en-US" b="1" dirty="0">
                <a:solidFill>
                  <a:schemeClr val="tx1"/>
                </a:solidFill>
                <a:latin typeface="Arial" panose="020B0604020202020204" pitchFamily="34" charset="0"/>
                <a:cs typeface="Arial" panose="020B0604020202020204" pitchFamily="34" charset="0"/>
              </a:rPr>
              <a:t>Definition:</a:t>
            </a:r>
            <a:r>
              <a:rPr lang="en-US" dirty="0">
                <a:solidFill>
                  <a:schemeClr val="tx1"/>
                </a:solidFill>
                <a:latin typeface="Arial" panose="020B0604020202020204" pitchFamily="34" charset="0"/>
                <a:cs typeface="Arial" panose="020B0604020202020204" pitchFamily="34" charset="0"/>
              </a:rPr>
              <a:t> A Stored Procedure is a </a:t>
            </a:r>
            <a:r>
              <a:rPr lang="en-US" b="1" dirty="0">
                <a:solidFill>
                  <a:schemeClr val="tx1"/>
                </a:solidFill>
                <a:latin typeface="Arial" panose="020B0604020202020204" pitchFamily="34" charset="0"/>
                <a:cs typeface="Arial" panose="020B0604020202020204" pitchFamily="34" charset="0"/>
              </a:rPr>
              <a:t>pre-written set of SQL statements</a:t>
            </a:r>
            <a:r>
              <a:rPr lang="en-US" dirty="0">
                <a:solidFill>
                  <a:schemeClr val="tx1"/>
                </a:solidFill>
                <a:latin typeface="Arial" panose="020B0604020202020204" pitchFamily="34" charset="0"/>
                <a:cs typeface="Arial" panose="020B0604020202020204" pitchFamily="34" charset="0"/>
              </a:rPr>
              <a:t> stored in the database that can be executed whenever needed by simply calling its name. It accepts </a:t>
            </a:r>
            <a:r>
              <a:rPr lang="en-US" b="1" dirty="0">
                <a:solidFill>
                  <a:schemeClr val="tx1"/>
                </a:solidFill>
                <a:latin typeface="Arial" panose="020B0604020202020204" pitchFamily="34" charset="0"/>
                <a:cs typeface="Arial" panose="020B0604020202020204" pitchFamily="34" charset="0"/>
              </a:rPr>
              <a:t>input parameters</a:t>
            </a:r>
            <a:r>
              <a:rPr lang="en-US" dirty="0">
                <a:solidFill>
                  <a:schemeClr val="tx1"/>
                </a:solidFill>
                <a:latin typeface="Arial" panose="020B0604020202020204" pitchFamily="34" charset="0"/>
                <a:cs typeface="Arial" panose="020B0604020202020204" pitchFamily="34" charset="0"/>
              </a:rPr>
              <a:t>, performs operations, and can return results. Stored procedures improve </a:t>
            </a:r>
            <a:r>
              <a:rPr lang="en-US" b="1" dirty="0">
                <a:solidFill>
                  <a:schemeClr val="tx1"/>
                </a:solidFill>
                <a:latin typeface="Arial" panose="020B0604020202020204" pitchFamily="34" charset="0"/>
                <a:cs typeface="Arial" panose="020B0604020202020204" pitchFamily="34" charset="0"/>
              </a:rPr>
              <a:t>reusability, performance and security</a:t>
            </a:r>
            <a:r>
              <a:rPr lang="en-US" dirty="0">
                <a:solidFill>
                  <a:schemeClr val="tx1"/>
                </a:solidFill>
                <a:latin typeface="Arial" panose="020B0604020202020204" pitchFamily="34" charset="0"/>
                <a:cs typeface="Arial" panose="020B0604020202020204" pitchFamily="34" charset="0"/>
              </a:rPr>
              <a:t> of the database.</a:t>
            </a:r>
          </a:p>
          <a:p>
            <a:endParaRPr lang="en-US" dirty="0">
              <a:solidFill>
                <a:schemeClr val="tx1"/>
              </a:solidFill>
              <a:latin typeface="Arial" panose="020B0604020202020204" pitchFamily="34" charset="0"/>
              <a:cs typeface="Arial" panose="020B0604020202020204" pitchFamily="34" charset="0"/>
            </a:endParaRPr>
          </a:p>
          <a:p>
            <a:r>
              <a:rPr lang="en-US" b="1" dirty="0">
                <a:solidFill>
                  <a:schemeClr val="tx1"/>
                </a:solidFill>
                <a:latin typeface="Arial" panose="020B0604020202020204" pitchFamily="34" charset="0"/>
                <a:cs typeface="Arial" panose="020B0604020202020204" pitchFamily="34" charset="0"/>
              </a:rPr>
              <a:t>Key Points:</a:t>
            </a:r>
            <a:endParaRPr lang="en-US" dirty="0">
              <a:solidFill>
                <a:schemeClr val="tx1"/>
              </a:solidFill>
              <a:latin typeface="Arial" panose="020B0604020202020204" pitchFamily="34" charset="0"/>
              <a:cs typeface="Arial" panose="020B0604020202020204" pitchFamily="34" charset="0"/>
            </a:endParaRPr>
          </a:p>
          <a:p>
            <a:r>
              <a:rPr lang="en-US" dirty="0">
                <a:solidFill>
                  <a:schemeClr val="tx1"/>
                </a:solidFill>
                <a:latin typeface="Arial" panose="020B0604020202020204" pitchFamily="34" charset="0"/>
                <a:cs typeface="Arial" panose="020B0604020202020204" pitchFamily="34" charset="0"/>
              </a:rPr>
              <a:t>Uses DELIMITER $$ to change the statement terminator temporarily</a:t>
            </a:r>
          </a:p>
          <a:p>
            <a:r>
              <a:rPr lang="en-US" dirty="0">
                <a:solidFill>
                  <a:schemeClr val="tx1"/>
                </a:solidFill>
                <a:latin typeface="Arial" panose="020B0604020202020204" pitchFamily="34" charset="0"/>
                <a:cs typeface="Arial" panose="020B0604020202020204" pitchFamily="34" charset="0"/>
              </a:rPr>
              <a:t>IN parameter = input value passed by user</a:t>
            </a:r>
          </a:p>
          <a:p>
            <a:r>
              <a:rPr lang="en-US" dirty="0">
                <a:solidFill>
                  <a:schemeClr val="tx1"/>
                </a:solidFill>
                <a:latin typeface="Arial" panose="020B0604020202020204" pitchFamily="34" charset="0"/>
                <a:cs typeface="Arial" panose="020B0604020202020204" pitchFamily="34" charset="0"/>
              </a:rPr>
              <a:t>DECLARE is used to create local variables inside the procedure</a:t>
            </a:r>
          </a:p>
          <a:p>
            <a:r>
              <a:rPr lang="en-US" dirty="0">
                <a:solidFill>
                  <a:schemeClr val="tx1"/>
                </a:solidFill>
                <a:latin typeface="Arial" panose="020B0604020202020204" pitchFamily="34" charset="0"/>
                <a:cs typeface="Arial" panose="020B0604020202020204" pitchFamily="34" charset="0"/>
              </a:rPr>
              <a:t>SIGNAL SQLSTATE is used to raise custom error messages</a:t>
            </a:r>
          </a:p>
          <a:p>
            <a:r>
              <a:rPr lang="en-US" dirty="0">
                <a:solidFill>
                  <a:schemeClr val="tx1"/>
                </a:solidFill>
                <a:latin typeface="Arial" panose="020B0604020202020204" pitchFamily="34" charset="0"/>
                <a:cs typeface="Arial" panose="020B0604020202020204" pitchFamily="34" charset="0"/>
              </a:rPr>
              <a:t>Called using CALL </a:t>
            </a:r>
            <a:r>
              <a:rPr lang="en-US" dirty="0" err="1">
                <a:solidFill>
                  <a:schemeClr val="tx1"/>
                </a:solidFill>
                <a:latin typeface="Arial" panose="020B0604020202020204" pitchFamily="34" charset="0"/>
                <a:cs typeface="Arial" panose="020B0604020202020204" pitchFamily="34" charset="0"/>
              </a:rPr>
              <a:t>procedure_name</a:t>
            </a:r>
            <a:r>
              <a:rPr lang="en-US" dirty="0">
                <a:solidFill>
                  <a:schemeClr val="tx1"/>
                </a:solidFill>
                <a:latin typeface="Arial" panose="020B0604020202020204" pitchFamily="34" charset="0"/>
                <a:cs typeface="Arial" panose="020B0604020202020204" pitchFamily="34" charset="0"/>
              </a:rPr>
              <a:t>()</a:t>
            </a:r>
          </a:p>
          <a:p>
            <a:endParaRPr lang="en-IN"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AE6C9F7-266C-A105-3B06-AFE7723C8A22}"/>
              </a:ext>
            </a:extLst>
          </p:cNvPr>
          <p:cNvSpPr>
            <a:spLocks noGrp="1"/>
          </p:cNvSpPr>
          <p:nvPr>
            <p:ph type="sldNum" sz="quarter" idx="10"/>
          </p:nvPr>
        </p:nvSpPr>
        <p:spPr/>
        <p:txBody>
          <a:bodyPr/>
          <a:lstStyle/>
          <a:p>
            <a:fld id="{48F63A3B-78C7-47BE-AE5E-E10140E04643}" type="slidenum">
              <a:rPr lang="en-US" smtClean="0"/>
              <a:pPr/>
              <a:t>28</a:t>
            </a:fld>
            <a:endParaRPr lang="en-US" dirty="0"/>
          </a:p>
        </p:txBody>
      </p:sp>
    </p:spTree>
    <p:extLst>
      <p:ext uri="{BB962C8B-B14F-4D97-AF65-F5344CB8AC3E}">
        <p14:creationId xmlns:p14="http://schemas.microsoft.com/office/powerpoint/2010/main" val="81862499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63A06D6-7271-B52F-0493-7F8D91D42B2C}"/>
              </a:ext>
            </a:extLst>
          </p:cNvPr>
          <p:cNvSpPr>
            <a:spLocks noGrp="1"/>
          </p:cNvSpPr>
          <p:nvPr>
            <p:ph type="sldNum" sz="quarter" idx="10"/>
          </p:nvPr>
        </p:nvSpPr>
        <p:spPr/>
        <p:txBody>
          <a:bodyPr/>
          <a:lstStyle/>
          <a:p>
            <a:fld id="{48F63A3B-78C7-47BE-AE5E-E10140E04643}" type="slidenum">
              <a:rPr lang="en-US" smtClean="0"/>
              <a:pPr/>
              <a:t>29</a:t>
            </a:fld>
            <a:endParaRPr lang="en-US" dirty="0"/>
          </a:p>
        </p:txBody>
      </p:sp>
      <p:sp>
        <p:nvSpPr>
          <p:cNvPr id="6" name="Content Placeholder 5">
            <a:extLst>
              <a:ext uri="{FF2B5EF4-FFF2-40B4-BE49-F238E27FC236}">
                <a16:creationId xmlns:a16="http://schemas.microsoft.com/office/drawing/2014/main" id="{9735FF7A-126F-E9CF-E681-BED238E1E128}"/>
              </a:ext>
            </a:extLst>
          </p:cNvPr>
          <p:cNvSpPr txBox="1">
            <a:spLocks noGrp="1"/>
          </p:cNvSpPr>
          <p:nvPr>
            <p:ph sz="quarter" idx="4"/>
          </p:nvPr>
        </p:nvSpPr>
        <p:spPr>
          <a:xfrm>
            <a:off x="457200" y="314960"/>
            <a:ext cx="10739120" cy="4165243"/>
          </a:xfrm>
          <a:prstGeom prst="rect">
            <a:avLst/>
          </a:prstGeom>
          <a:noFill/>
        </p:spPr>
        <p:txBody>
          <a:bodyPr wrap="square">
            <a:spAutoFit/>
          </a:bodyPr>
          <a:lstStyle/>
          <a:p>
            <a:pPr>
              <a:buNone/>
            </a:pPr>
            <a:r>
              <a:rPr lang="en-US" sz="3200" b="1" dirty="0">
                <a:solidFill>
                  <a:schemeClr val="tx1"/>
                </a:solidFill>
                <a:latin typeface="Aptos Narrow" panose="020B0004020202020204" pitchFamily="34" charset="0"/>
              </a:rPr>
              <a:t>Triggers:</a:t>
            </a:r>
          </a:p>
          <a:p>
            <a:pPr>
              <a:buNone/>
            </a:pPr>
            <a:r>
              <a:rPr lang="en-US" sz="1600" b="1" dirty="0">
                <a:solidFill>
                  <a:schemeClr val="tx1"/>
                </a:solidFill>
                <a:latin typeface="Aptos Narrow" panose="020B0004020202020204" pitchFamily="34" charset="0"/>
              </a:rPr>
              <a:t>Definition:</a:t>
            </a:r>
            <a:r>
              <a:rPr lang="en-US" sz="1600" dirty="0">
                <a:solidFill>
                  <a:schemeClr val="tx1"/>
                </a:solidFill>
                <a:latin typeface="Aptos Narrow" panose="020B0004020202020204" pitchFamily="34" charset="0"/>
              </a:rPr>
              <a:t> A Trigger is a </a:t>
            </a:r>
            <a:r>
              <a:rPr lang="en-US" sz="1600" b="1" dirty="0">
                <a:solidFill>
                  <a:schemeClr val="tx1"/>
                </a:solidFill>
                <a:latin typeface="Aptos Narrow" panose="020B0004020202020204" pitchFamily="34" charset="0"/>
              </a:rPr>
              <a:t>special SQL program</a:t>
            </a:r>
            <a:r>
              <a:rPr lang="en-US" sz="1600" dirty="0">
                <a:solidFill>
                  <a:schemeClr val="tx1"/>
                </a:solidFill>
                <a:latin typeface="Aptos Narrow" panose="020B0004020202020204" pitchFamily="34" charset="0"/>
              </a:rPr>
              <a:t> that automatically executes in response to certain events on a table such as INSERT, UPDATE or DELETE. Triggers are used to </a:t>
            </a:r>
            <a:r>
              <a:rPr lang="en-US" sz="1600" b="1" dirty="0">
                <a:solidFill>
                  <a:schemeClr val="tx1"/>
                </a:solidFill>
                <a:latin typeface="Aptos Narrow" panose="020B0004020202020204" pitchFamily="34" charset="0"/>
              </a:rPr>
              <a:t>enforce business rules, maintain data integrity and log changes</a:t>
            </a:r>
            <a:r>
              <a:rPr lang="en-US" sz="1600" dirty="0">
                <a:solidFill>
                  <a:schemeClr val="tx1"/>
                </a:solidFill>
                <a:latin typeface="Aptos Narrow" panose="020B0004020202020204" pitchFamily="34" charset="0"/>
              </a:rPr>
              <a:t> automatically without any manual intervention.</a:t>
            </a:r>
          </a:p>
          <a:p>
            <a:pPr>
              <a:buNone/>
            </a:pPr>
            <a:r>
              <a:rPr lang="en-US" sz="1600" b="1" dirty="0">
                <a:solidFill>
                  <a:schemeClr val="tx1"/>
                </a:solidFill>
                <a:latin typeface="Aptos Narrow" panose="020B0004020202020204" pitchFamily="34" charset="0"/>
              </a:rPr>
              <a:t>Key Points:</a:t>
            </a:r>
            <a:endParaRPr lang="en-US" sz="1600" dirty="0">
              <a:solidFill>
                <a:schemeClr val="tx1"/>
              </a:solidFill>
              <a:latin typeface="Aptos Narrow" panose="020B0004020202020204" pitchFamily="34" charset="0"/>
            </a:endParaRPr>
          </a:p>
          <a:p>
            <a:r>
              <a:rPr lang="en-US" sz="1600" dirty="0">
                <a:solidFill>
                  <a:schemeClr val="tx1"/>
                </a:solidFill>
                <a:latin typeface="Aptos Narrow" panose="020B0004020202020204" pitchFamily="34" charset="0"/>
              </a:rPr>
              <a:t>BEFORE trigger fires before the operation happens                              OLD refers to the existing row before update or delete</a:t>
            </a:r>
          </a:p>
          <a:p>
            <a:r>
              <a:rPr lang="en-US" sz="1600" dirty="0">
                <a:solidFill>
                  <a:schemeClr val="tx1"/>
                </a:solidFill>
                <a:latin typeface="Aptos Narrow" panose="020B0004020202020204" pitchFamily="34" charset="0"/>
              </a:rPr>
              <a:t>AFTER trigger fires after the operation is completed</a:t>
            </a:r>
          </a:p>
          <a:p>
            <a:r>
              <a:rPr lang="en-US" sz="1600" dirty="0">
                <a:solidFill>
                  <a:schemeClr val="tx1"/>
                </a:solidFill>
                <a:latin typeface="Aptos Narrow" panose="020B0004020202020204" pitchFamily="34" charset="0"/>
              </a:rPr>
              <a:t> NEW refers to the new row being inserted or updated                       Triggers cannot be called manually — they fire automatically</a:t>
            </a:r>
          </a:p>
          <a:p>
            <a:endParaRPr lang="en-US" sz="1600" dirty="0">
              <a:solidFill>
                <a:schemeClr val="tx1"/>
              </a:solidFill>
              <a:latin typeface="Aptos Narrow" panose="020B0004020202020204" pitchFamily="34" charset="0"/>
            </a:endParaRPr>
          </a:p>
          <a:p>
            <a:endParaRPr lang="en-US" sz="1600" dirty="0">
              <a:solidFill>
                <a:schemeClr val="tx1"/>
              </a:solidFill>
              <a:latin typeface="Aptos Narrow" panose="020B0004020202020204" pitchFamily="34" charset="0"/>
            </a:endParaRPr>
          </a:p>
          <a:p>
            <a:pPr>
              <a:buFont typeface="Arial" panose="020B0604020202020204" pitchFamily="34" charset="0"/>
              <a:buChar char="•"/>
            </a:pPr>
            <a:endParaRPr lang="en-US" sz="1600" dirty="0">
              <a:solidFill>
                <a:schemeClr val="tx1"/>
              </a:solidFill>
              <a:latin typeface="Aptos Narrow" panose="020B0004020202020204" pitchFamily="34" charset="0"/>
            </a:endParaRPr>
          </a:p>
        </p:txBody>
      </p:sp>
      <p:sp>
        <p:nvSpPr>
          <p:cNvPr id="9" name="TextBox 8">
            <a:extLst>
              <a:ext uri="{FF2B5EF4-FFF2-40B4-BE49-F238E27FC236}">
                <a16:creationId xmlns:a16="http://schemas.microsoft.com/office/drawing/2014/main" id="{1CFDE5C6-A03C-D30E-DF62-7C1E5AC21BE0}"/>
              </a:ext>
            </a:extLst>
          </p:cNvPr>
          <p:cNvSpPr txBox="1"/>
          <p:nvPr/>
        </p:nvSpPr>
        <p:spPr>
          <a:xfrm>
            <a:off x="457200" y="3563541"/>
            <a:ext cx="10505440" cy="3170099"/>
          </a:xfrm>
          <a:prstGeom prst="rect">
            <a:avLst/>
          </a:prstGeom>
          <a:noFill/>
        </p:spPr>
        <p:txBody>
          <a:bodyPr wrap="square">
            <a:spAutoFit/>
          </a:bodyPr>
          <a:lstStyle/>
          <a:p>
            <a:pPr>
              <a:buNone/>
            </a:pPr>
            <a:r>
              <a:rPr lang="en-US" sz="2000" b="1" u="sng" dirty="0">
                <a:latin typeface="Aptos Narrow" panose="020B0004020202020204" pitchFamily="34" charset="0"/>
              </a:rPr>
              <a:t>Events:</a:t>
            </a:r>
          </a:p>
          <a:p>
            <a:pPr>
              <a:buNone/>
            </a:pPr>
            <a:endParaRPr lang="en-US" sz="2000" b="1" u="sng" dirty="0">
              <a:latin typeface="Aptos Narrow" panose="020B0004020202020204" pitchFamily="34" charset="0"/>
            </a:endParaRPr>
          </a:p>
          <a:p>
            <a:pPr>
              <a:buNone/>
            </a:pPr>
            <a:r>
              <a:rPr lang="en-US" sz="1600" b="1" dirty="0">
                <a:latin typeface="Aptos Narrow" panose="020B0004020202020204" pitchFamily="34" charset="0"/>
              </a:rPr>
              <a:t>Definition:</a:t>
            </a:r>
            <a:r>
              <a:rPr lang="en-US" sz="1600" dirty="0">
                <a:latin typeface="Aptos Narrow" panose="020B0004020202020204" pitchFamily="34" charset="0"/>
              </a:rPr>
              <a:t> A MySQL Event is a </a:t>
            </a:r>
            <a:r>
              <a:rPr lang="en-US" sz="1600" b="1" dirty="0">
                <a:latin typeface="Aptos Narrow" panose="020B0004020202020204" pitchFamily="34" charset="0"/>
              </a:rPr>
              <a:t>scheduled task</a:t>
            </a:r>
            <a:r>
              <a:rPr lang="en-US" sz="1600" dirty="0">
                <a:latin typeface="Aptos Narrow" panose="020B0004020202020204" pitchFamily="34" charset="0"/>
              </a:rPr>
              <a:t> that runs automatically at a specified time or interval. Events are used to automate repetitive database tasks like generating reports, cleaning old data or updating records periodically. The </a:t>
            </a:r>
            <a:r>
              <a:rPr lang="en-US" sz="1600" b="1" dirty="0">
                <a:latin typeface="Aptos Narrow" panose="020B0004020202020204" pitchFamily="34" charset="0"/>
              </a:rPr>
              <a:t>Event Scheduler</a:t>
            </a:r>
            <a:r>
              <a:rPr lang="en-US" sz="1600" dirty="0">
                <a:latin typeface="Aptos Narrow" panose="020B0004020202020204" pitchFamily="34" charset="0"/>
              </a:rPr>
              <a:t> must be enabled for events to run.</a:t>
            </a:r>
          </a:p>
          <a:p>
            <a:pPr>
              <a:buNone/>
            </a:pPr>
            <a:endParaRPr lang="en-US" sz="1600" dirty="0">
              <a:latin typeface="Aptos Narrow" panose="020B0004020202020204" pitchFamily="34" charset="0"/>
            </a:endParaRPr>
          </a:p>
          <a:p>
            <a:pPr>
              <a:buNone/>
            </a:pPr>
            <a:r>
              <a:rPr lang="en-US" sz="1600" b="1" dirty="0">
                <a:latin typeface="Aptos Narrow" panose="020B0004020202020204" pitchFamily="34" charset="0"/>
              </a:rPr>
              <a:t>Key Points:</a:t>
            </a:r>
            <a:endParaRPr lang="en-US" sz="1600" dirty="0">
              <a:latin typeface="Aptos Narrow" panose="020B0004020202020204" pitchFamily="34" charset="0"/>
            </a:endParaRPr>
          </a:p>
          <a:p>
            <a:pPr>
              <a:buFont typeface="Arial" panose="020B0604020202020204" pitchFamily="34" charset="0"/>
              <a:buChar char="•"/>
            </a:pPr>
            <a:r>
              <a:rPr lang="en-US" sz="1600" dirty="0">
                <a:latin typeface="Aptos Narrow" panose="020B0004020202020204" pitchFamily="34" charset="0"/>
              </a:rPr>
              <a:t>SET GLOBAL </a:t>
            </a:r>
            <a:r>
              <a:rPr lang="en-US" sz="1600" dirty="0" err="1">
                <a:latin typeface="Aptos Narrow" panose="020B0004020202020204" pitchFamily="34" charset="0"/>
              </a:rPr>
              <a:t>event_scheduler</a:t>
            </a:r>
            <a:r>
              <a:rPr lang="en-US" sz="1600" dirty="0">
                <a:latin typeface="Aptos Narrow" panose="020B0004020202020204" pitchFamily="34" charset="0"/>
              </a:rPr>
              <a:t> = ON enables the scheduler</a:t>
            </a:r>
          </a:p>
          <a:p>
            <a:pPr>
              <a:buFont typeface="Arial" panose="020B0604020202020204" pitchFamily="34" charset="0"/>
              <a:buChar char="•"/>
            </a:pPr>
            <a:r>
              <a:rPr lang="en-US" sz="1600" dirty="0">
                <a:latin typeface="Aptos Narrow" panose="020B0004020202020204" pitchFamily="34" charset="0"/>
              </a:rPr>
              <a:t>ON SCHEDULE EVERY sets how often the event runs</a:t>
            </a:r>
          </a:p>
          <a:p>
            <a:pPr>
              <a:buFont typeface="Arial" panose="020B0604020202020204" pitchFamily="34" charset="0"/>
              <a:buChar char="•"/>
            </a:pPr>
            <a:r>
              <a:rPr lang="en-US" sz="1600" dirty="0">
                <a:latin typeface="Aptos Narrow" panose="020B0004020202020204" pitchFamily="34" charset="0"/>
              </a:rPr>
              <a:t>Events run in the </a:t>
            </a:r>
            <a:r>
              <a:rPr lang="en-US" sz="1600" b="1" dirty="0">
                <a:latin typeface="Aptos Narrow" panose="020B0004020202020204" pitchFamily="34" charset="0"/>
              </a:rPr>
              <a:t>background</a:t>
            </a:r>
            <a:r>
              <a:rPr lang="en-US" sz="1600" dirty="0">
                <a:latin typeface="Aptos Narrow" panose="020B0004020202020204" pitchFamily="34" charset="0"/>
              </a:rPr>
              <a:t> automatically</a:t>
            </a:r>
          </a:p>
          <a:p>
            <a:pPr>
              <a:buFont typeface="Arial" panose="020B0604020202020204" pitchFamily="34" charset="0"/>
              <a:buChar char="•"/>
            </a:pPr>
            <a:r>
              <a:rPr lang="en-US" sz="1600" dirty="0">
                <a:latin typeface="Aptos Narrow" panose="020B0004020202020204" pitchFamily="34" charset="0"/>
              </a:rPr>
              <a:t>Used for automating tasks like daily reports and cleanup jobs</a:t>
            </a:r>
          </a:p>
          <a:p>
            <a:pPr>
              <a:buFont typeface="Arial" panose="020B0604020202020204" pitchFamily="34" charset="0"/>
              <a:buChar char="•"/>
            </a:pPr>
            <a:r>
              <a:rPr lang="en-US" sz="1600" dirty="0">
                <a:latin typeface="Aptos Narrow" panose="020B0004020202020204" pitchFamily="34" charset="0"/>
              </a:rPr>
              <a:t>Events improve database </a:t>
            </a:r>
            <a:r>
              <a:rPr lang="en-US" sz="1600" b="1" dirty="0">
                <a:latin typeface="Aptos Narrow" panose="020B0004020202020204" pitchFamily="34" charset="0"/>
              </a:rPr>
              <a:t>automation and maintenance</a:t>
            </a:r>
            <a:endParaRPr lang="en-US" sz="1600" dirty="0">
              <a:latin typeface="Aptos Narrow" panose="020B0004020202020204" pitchFamily="34" charset="0"/>
            </a:endParaRPr>
          </a:p>
        </p:txBody>
      </p:sp>
    </p:spTree>
    <p:extLst>
      <p:ext uri="{BB962C8B-B14F-4D97-AF65-F5344CB8AC3E}">
        <p14:creationId xmlns:p14="http://schemas.microsoft.com/office/powerpoint/2010/main" val="79110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4A1E30-E6ED-E1FF-ADD1-B5912E9CBE1D}"/>
              </a:ext>
            </a:extLst>
          </p:cNvPr>
          <p:cNvSpPr>
            <a:spLocks noGrp="1"/>
          </p:cNvSpPr>
          <p:nvPr>
            <p:ph sz="quarter" idx="4"/>
          </p:nvPr>
        </p:nvSpPr>
        <p:spPr>
          <a:xfrm>
            <a:off x="711200" y="1330547"/>
            <a:ext cx="10511627" cy="1493933"/>
          </a:xfrm>
        </p:spPr>
        <p:txBody>
          <a:bodyPr>
            <a:normAutofit/>
          </a:bodyPr>
          <a:lstStyle/>
          <a:p>
            <a:r>
              <a:rPr lang="en-US" b="1" dirty="0">
                <a:solidFill>
                  <a:schemeClr val="tx1"/>
                </a:solidFill>
                <a:latin typeface="Aptos Narrow" panose="020B0004020202020204" pitchFamily="34" charset="0"/>
              </a:rPr>
              <a:t>JSON Column &amp; Analytics:</a:t>
            </a:r>
          </a:p>
          <a:p>
            <a:r>
              <a:rPr lang="en-US" b="1" dirty="0">
                <a:solidFill>
                  <a:schemeClr val="tx1"/>
                </a:solidFill>
                <a:latin typeface="Aptos Narrow" panose="020B0004020202020204" pitchFamily="34" charset="0"/>
              </a:rPr>
              <a:t>Definition:</a:t>
            </a:r>
            <a:r>
              <a:rPr lang="en-US" dirty="0">
                <a:solidFill>
                  <a:schemeClr val="tx1"/>
                </a:solidFill>
                <a:latin typeface="Aptos Narrow" panose="020B0004020202020204" pitchFamily="34" charset="0"/>
              </a:rPr>
              <a:t> JSON (JavaScript Object Notation) is a native MySQL data type used to store </a:t>
            </a:r>
            <a:r>
              <a:rPr lang="en-US" b="1" dirty="0">
                <a:solidFill>
                  <a:schemeClr val="tx1"/>
                </a:solidFill>
                <a:latin typeface="Aptos Narrow" panose="020B0004020202020204" pitchFamily="34" charset="0"/>
              </a:rPr>
              <a:t>flexible, structured data</a:t>
            </a:r>
            <a:r>
              <a:rPr lang="en-US" dirty="0">
                <a:solidFill>
                  <a:schemeClr val="tx1"/>
                </a:solidFill>
                <a:latin typeface="Aptos Narrow" panose="020B0004020202020204" pitchFamily="34" charset="0"/>
              </a:rPr>
              <a:t> inside a relational table. When combined with GROUP BY, HAVING and JOIN, it enables powerful </a:t>
            </a:r>
            <a:r>
              <a:rPr lang="en-US" b="1" dirty="0">
                <a:solidFill>
                  <a:schemeClr val="tx1"/>
                </a:solidFill>
                <a:latin typeface="Aptos Narrow" panose="020B0004020202020204" pitchFamily="34" charset="0"/>
              </a:rPr>
              <a:t>analytical queries</a:t>
            </a:r>
            <a:r>
              <a:rPr lang="en-US" dirty="0">
                <a:solidFill>
                  <a:schemeClr val="tx1"/>
                </a:solidFill>
                <a:latin typeface="Aptos Narrow" panose="020B0004020202020204" pitchFamily="34" charset="0"/>
              </a:rPr>
              <a:t> that summarize and filter data across multiple tables.</a:t>
            </a:r>
          </a:p>
        </p:txBody>
      </p:sp>
      <p:sp>
        <p:nvSpPr>
          <p:cNvPr id="4" name="Slide Number Placeholder 3">
            <a:extLst>
              <a:ext uri="{FF2B5EF4-FFF2-40B4-BE49-F238E27FC236}">
                <a16:creationId xmlns:a16="http://schemas.microsoft.com/office/drawing/2014/main" id="{1C028F7D-EDEB-767B-03B0-11169D47A4AF}"/>
              </a:ext>
            </a:extLst>
          </p:cNvPr>
          <p:cNvSpPr>
            <a:spLocks noGrp="1"/>
          </p:cNvSpPr>
          <p:nvPr>
            <p:ph type="sldNum" sz="quarter" idx="10"/>
          </p:nvPr>
        </p:nvSpPr>
        <p:spPr/>
        <p:txBody>
          <a:bodyPr/>
          <a:lstStyle/>
          <a:p>
            <a:fld id="{48F63A3B-78C7-47BE-AE5E-E10140E04643}" type="slidenum">
              <a:rPr lang="en-US" smtClean="0"/>
              <a:pPr/>
              <a:t>30</a:t>
            </a:fld>
            <a:endParaRPr lang="en-US" dirty="0"/>
          </a:p>
        </p:txBody>
      </p:sp>
      <p:sp>
        <p:nvSpPr>
          <p:cNvPr id="7" name="Title 1">
            <a:extLst>
              <a:ext uri="{FF2B5EF4-FFF2-40B4-BE49-F238E27FC236}">
                <a16:creationId xmlns:a16="http://schemas.microsoft.com/office/drawing/2014/main" id="{E5FADCE2-C0DF-BE94-D8F3-4B4DD15C10A4}"/>
              </a:ext>
            </a:extLst>
          </p:cNvPr>
          <p:cNvSpPr>
            <a:spLocks noGrp="1"/>
          </p:cNvSpPr>
          <p:nvPr>
            <p:ph type="title"/>
          </p:nvPr>
        </p:nvSpPr>
        <p:spPr>
          <a:xfrm>
            <a:off x="-121920" y="186530"/>
            <a:ext cx="5720080" cy="1012825"/>
          </a:xfrm>
        </p:spPr>
        <p:txBody>
          <a:bodyPr/>
          <a:lstStyle/>
          <a:p>
            <a:r>
              <a:rPr lang="en-IN" dirty="0"/>
              <a:t>JSON IN SQL:</a:t>
            </a:r>
          </a:p>
        </p:txBody>
      </p:sp>
      <p:sp>
        <p:nvSpPr>
          <p:cNvPr id="9" name="TextBox 8">
            <a:extLst>
              <a:ext uri="{FF2B5EF4-FFF2-40B4-BE49-F238E27FC236}">
                <a16:creationId xmlns:a16="http://schemas.microsoft.com/office/drawing/2014/main" id="{6A81F860-E0B6-A01D-B63B-868DC2E6394C}"/>
              </a:ext>
            </a:extLst>
          </p:cNvPr>
          <p:cNvSpPr txBox="1"/>
          <p:nvPr/>
        </p:nvSpPr>
        <p:spPr>
          <a:xfrm>
            <a:off x="640080" y="3041640"/>
            <a:ext cx="10322560" cy="3139321"/>
          </a:xfrm>
          <a:prstGeom prst="rect">
            <a:avLst/>
          </a:prstGeom>
          <a:noFill/>
        </p:spPr>
        <p:txBody>
          <a:bodyPr wrap="square">
            <a:spAutoFit/>
          </a:bodyPr>
          <a:lstStyle/>
          <a:p>
            <a:r>
              <a:rPr lang="en-US" b="1" dirty="0">
                <a:solidFill>
                  <a:schemeClr val="tx1"/>
                </a:solidFill>
                <a:latin typeface="Aptos Narrow" panose="020B0004020202020204" pitchFamily="34" charset="0"/>
              </a:rPr>
              <a:t>JSON Document Queries (</a:t>
            </a:r>
            <a:r>
              <a:rPr lang="en-US" b="1" dirty="0" err="1">
                <a:solidFill>
                  <a:schemeClr val="tx1"/>
                </a:solidFill>
                <a:latin typeface="Aptos Narrow" panose="020B0004020202020204" pitchFamily="34" charset="0"/>
              </a:rPr>
              <a:t>xDevAPI</a:t>
            </a:r>
            <a:r>
              <a:rPr lang="en-US" b="1" dirty="0">
                <a:solidFill>
                  <a:schemeClr val="tx1"/>
                </a:solidFill>
                <a:latin typeface="Aptos Narrow" panose="020B0004020202020204" pitchFamily="34" charset="0"/>
              </a:rPr>
              <a:t> Style)</a:t>
            </a:r>
          </a:p>
          <a:p>
            <a:r>
              <a:rPr lang="en-US" b="1" dirty="0">
                <a:solidFill>
                  <a:schemeClr val="tx1"/>
                </a:solidFill>
                <a:latin typeface="Aptos Narrow" panose="020B0004020202020204" pitchFamily="34" charset="0"/>
              </a:rPr>
              <a:t>Definition:</a:t>
            </a:r>
            <a:r>
              <a:rPr lang="en-US" dirty="0">
                <a:solidFill>
                  <a:schemeClr val="tx1"/>
                </a:solidFill>
                <a:latin typeface="Aptos Narrow" panose="020B0004020202020204" pitchFamily="34" charset="0"/>
              </a:rPr>
              <a:t> MySQL supports </a:t>
            </a:r>
            <a:r>
              <a:rPr lang="en-US" b="1" dirty="0">
                <a:solidFill>
                  <a:schemeClr val="tx1"/>
                </a:solidFill>
                <a:latin typeface="Aptos Narrow" panose="020B0004020202020204" pitchFamily="34" charset="0"/>
              </a:rPr>
              <a:t>document store</a:t>
            </a:r>
            <a:r>
              <a:rPr lang="en-US" dirty="0">
                <a:solidFill>
                  <a:schemeClr val="tx1"/>
                </a:solidFill>
                <a:latin typeface="Aptos Narrow" panose="020B0004020202020204" pitchFamily="34" charset="0"/>
              </a:rPr>
              <a:t> functionality where JSON documents can be stored and retrieved using collection-style queries. This bridges the gap between </a:t>
            </a:r>
            <a:r>
              <a:rPr lang="en-US" b="1" dirty="0">
                <a:solidFill>
                  <a:schemeClr val="tx1"/>
                </a:solidFill>
                <a:latin typeface="Aptos Narrow" panose="020B0004020202020204" pitchFamily="34" charset="0"/>
              </a:rPr>
              <a:t>NoSQL and SQL</a:t>
            </a:r>
            <a:r>
              <a:rPr lang="en-US" dirty="0">
                <a:solidFill>
                  <a:schemeClr val="tx1"/>
                </a:solidFill>
                <a:latin typeface="Aptos Narrow" panose="020B0004020202020204" pitchFamily="34" charset="0"/>
              </a:rPr>
              <a:t> — allowing JSON documents to be queried with filter, sort, and limit operations just like a document database.</a:t>
            </a:r>
          </a:p>
          <a:p>
            <a:endParaRPr lang="en-US" dirty="0">
              <a:solidFill>
                <a:schemeClr val="tx1"/>
              </a:solidFill>
              <a:latin typeface="Aptos Narrow" panose="020B0004020202020204" pitchFamily="34" charset="0"/>
            </a:endParaRPr>
          </a:p>
          <a:p>
            <a:r>
              <a:rPr lang="en-US" b="1" dirty="0">
                <a:solidFill>
                  <a:schemeClr val="tx1"/>
                </a:solidFill>
                <a:latin typeface="Aptos Narrow" panose="020B0004020202020204" pitchFamily="34" charset="0"/>
              </a:rPr>
              <a:t>Key Points:</a:t>
            </a:r>
            <a:endParaRPr lang="en-US" dirty="0">
              <a:solidFill>
                <a:schemeClr val="tx1"/>
              </a:solidFill>
              <a:latin typeface="Aptos Narrow" panose="020B0004020202020204" pitchFamily="34" charset="0"/>
            </a:endParaRPr>
          </a:p>
          <a:p>
            <a:r>
              <a:rPr lang="en-US" dirty="0">
                <a:solidFill>
                  <a:schemeClr val="tx1"/>
                </a:solidFill>
                <a:latin typeface="Aptos Narrow" panose="020B0004020202020204" pitchFamily="34" charset="0"/>
              </a:rPr>
              <a:t>JSON columns store </a:t>
            </a:r>
            <a:r>
              <a:rPr lang="en-US" b="1" dirty="0">
                <a:solidFill>
                  <a:schemeClr val="tx1"/>
                </a:solidFill>
                <a:latin typeface="Aptos Narrow" panose="020B0004020202020204" pitchFamily="34" charset="0"/>
              </a:rPr>
              <a:t>flexible key-value</a:t>
            </a:r>
            <a:r>
              <a:rPr lang="en-US" dirty="0">
                <a:solidFill>
                  <a:schemeClr val="tx1"/>
                </a:solidFill>
                <a:latin typeface="Aptos Narrow" panose="020B0004020202020204" pitchFamily="34" charset="0"/>
              </a:rPr>
              <a:t> data without fixed schema</a:t>
            </a:r>
          </a:p>
          <a:p>
            <a:r>
              <a:rPr lang="en-US" dirty="0">
                <a:solidFill>
                  <a:schemeClr val="tx1"/>
                </a:solidFill>
                <a:latin typeface="Aptos Narrow" panose="020B0004020202020204" pitchFamily="34" charset="0"/>
              </a:rPr>
              <a:t>JSON_EXTRACT() or -&gt;&gt;'$.key' retrieves specific fields from JSON</a:t>
            </a:r>
          </a:p>
          <a:p>
            <a:r>
              <a:rPr lang="en-US" dirty="0">
                <a:solidFill>
                  <a:schemeClr val="tx1"/>
                </a:solidFill>
                <a:latin typeface="Aptos Narrow" panose="020B0004020202020204" pitchFamily="34" charset="0"/>
              </a:rPr>
              <a:t>JSON_SEARCH() searches inside JSON arrays</a:t>
            </a:r>
          </a:p>
          <a:p>
            <a:r>
              <a:rPr lang="en-US" dirty="0">
                <a:solidFill>
                  <a:schemeClr val="tx1"/>
                </a:solidFill>
                <a:latin typeface="Aptos Narrow" panose="020B0004020202020204" pitchFamily="34" charset="0"/>
              </a:rPr>
              <a:t>JSON_LENGTH() checks the size of a JSON array</a:t>
            </a:r>
          </a:p>
          <a:p>
            <a:r>
              <a:rPr lang="en-US" dirty="0">
                <a:solidFill>
                  <a:schemeClr val="tx1"/>
                </a:solidFill>
                <a:latin typeface="Aptos Narrow" panose="020B0004020202020204" pitchFamily="34" charset="0"/>
              </a:rPr>
              <a:t>Results can be </a:t>
            </a:r>
            <a:r>
              <a:rPr lang="en-US" b="1" dirty="0">
                <a:solidFill>
                  <a:schemeClr val="tx1"/>
                </a:solidFill>
                <a:latin typeface="Aptos Narrow" panose="020B0004020202020204" pitchFamily="34" charset="0"/>
              </a:rPr>
              <a:t>filtered, sorted and limited</a:t>
            </a:r>
            <a:r>
              <a:rPr lang="en-US" dirty="0">
                <a:solidFill>
                  <a:schemeClr val="tx1"/>
                </a:solidFill>
                <a:latin typeface="Aptos Narrow" panose="020B0004020202020204" pitchFamily="34" charset="0"/>
              </a:rPr>
              <a:t> just like regular SQL</a:t>
            </a:r>
          </a:p>
        </p:txBody>
      </p:sp>
    </p:spTree>
    <p:extLst>
      <p:ext uri="{BB962C8B-B14F-4D97-AF65-F5344CB8AC3E}">
        <p14:creationId xmlns:p14="http://schemas.microsoft.com/office/powerpoint/2010/main" val="1565107326"/>
      </p:ext>
    </p:extLst>
  </p:cSld>
  <p:clrMapOvr>
    <a:masterClrMapping/>
  </p:clrMapOvr>
  <p:transition spd="med">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099895"/>
          </a:xfrm>
        </p:spPr>
        <p:txBody>
          <a:bodyPr/>
          <a:lstStyle/>
          <a:p>
            <a:r>
              <a:rPr lang="en-US" dirty="0">
                <a:highlight>
                  <a:srgbClr val="F5CDCE"/>
                </a:highlight>
              </a:rPr>
              <a:t>Thank 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lstStyle/>
          <a:p>
            <a:r>
              <a:rPr lang="en-US" dirty="0"/>
              <a:t>Kancharla Ramya</a:t>
            </a:r>
          </a:p>
          <a:p>
            <a:r>
              <a:rPr lang="en-US" dirty="0"/>
              <a:t>NIIT Institute</a:t>
            </a:r>
          </a:p>
          <a:p>
            <a:r>
              <a:rPr lang="en-US" dirty="0"/>
              <a:t>ramyakancharla51@gmail.com</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{80C68070-16F4-4C1E-83A1-9907FC459057}TF8a9b5915-b8c7-461e-8cdd-693d48b5e32371f7b7e2_win32-4bf0b9a2ea37</Template>
  <TotalTime>1248</TotalTime>
  <Words>5860</Words>
  <Application>Microsoft Office PowerPoint</Application>
  <PresentationFormat>Widescreen</PresentationFormat>
  <Paragraphs>491</Paragraphs>
  <Slides>31</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Aptos Narrow</vt:lpstr>
      <vt:lpstr>Arial</vt:lpstr>
      <vt:lpstr>Arial Black</vt:lpstr>
      <vt:lpstr>Bahnschrift</vt:lpstr>
      <vt:lpstr>Calibri</vt:lpstr>
      <vt:lpstr>Courier New</vt:lpstr>
      <vt:lpstr>Sabon Next LT</vt:lpstr>
      <vt:lpstr>Custom</vt:lpstr>
      <vt:lpstr>ONLINE BOOKSTORE DATABASE  -SQL PROJECT                     BY RAMYA KANCHARLA                             </vt:lpstr>
      <vt:lpstr>PowerPoint Presentation</vt:lpstr>
      <vt:lpstr>PowerPoint Presentation</vt:lpstr>
      <vt:lpstr>What is  database and sql</vt:lpstr>
      <vt:lpstr>enTities and attributes of this database</vt:lpstr>
      <vt:lpstr>Creating a database and inserting values into it :</vt:lpstr>
      <vt:lpstr>PowerPoint Presentation</vt:lpstr>
      <vt:lpstr>Sample data of inserting values to the created tables;</vt:lpstr>
      <vt:lpstr>Basic dql queries</vt:lpstr>
      <vt:lpstr>PowerPoint Presentation</vt:lpstr>
      <vt:lpstr>PowerPoint Presentation</vt:lpstr>
      <vt:lpstr>PowerPoint Presentation</vt:lpstr>
      <vt:lpstr>Summarize and organise with queries</vt:lpstr>
      <vt:lpstr>PowerPoint Presentation</vt:lpstr>
      <vt:lpstr>PowerPoint Presentation</vt:lpstr>
      <vt:lpstr>Retrieve data with Sub queries</vt:lpstr>
      <vt:lpstr>PowerPoint Presentation</vt:lpstr>
      <vt:lpstr>modify and manage data using dml</vt:lpstr>
      <vt:lpstr>PowerPoint Presentation</vt:lpstr>
      <vt:lpstr>PowerPoint Presentation</vt:lpstr>
      <vt:lpstr>PowerPoint Presentation</vt:lpstr>
      <vt:lpstr>Normalization</vt:lpstr>
      <vt:lpstr>Define database schema with ddl commands</vt:lpstr>
      <vt:lpstr>PowerPoint Presentation</vt:lpstr>
      <vt:lpstr>PowerPoint Presentation</vt:lpstr>
      <vt:lpstr>PowerPoint Presentation</vt:lpstr>
      <vt:lpstr>PowerPoint Presentation</vt:lpstr>
      <vt:lpstr>AUTOMATE DATABASE OPERATIONS</vt:lpstr>
      <vt:lpstr>PowerPoint Presentation</vt:lpstr>
      <vt:lpstr>JSON IN SQL:</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Ramya Kancharla</dc:creator>
  <cp:lastModifiedBy>Ramya Kancharla</cp:lastModifiedBy>
  <cp:revision>1</cp:revision>
  <dcterms:created xsi:type="dcterms:W3CDTF">2026-04-11T10:14:59Z</dcterms:created>
  <dcterms:modified xsi:type="dcterms:W3CDTF">2026-05-05T06:49:07Z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